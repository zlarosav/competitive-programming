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x="18288000" cy="10287000"/>
  <p:notesSz cx="6858000" cy="9144000"/>
  <p:embeddedFontLst>
    <p:embeddedFont>
      <p:font typeface="Sensa Wild Fill" charset="1" panose="00000500000000000000"/>
      <p:regular r:id="rId44"/>
    </p:embeddedFont>
    <p:embeddedFont>
      <p:font typeface="A Day Without Sun Text Bold" charset="1" panose="02000506000000090004"/>
      <p:regular r:id="rId45"/>
    </p:embeddedFont>
    <p:embeddedFont>
      <p:font typeface="A Day Without Sun Text" charset="1" panose="02000506000000090004"/>
      <p:regular r:id="rId46"/>
    </p:embeddedFont>
    <p:embeddedFont>
      <p:font typeface="BMW Helvetica Bold" charset="1" panose="00000000000000000000"/>
      <p:regular r:id="rId47"/>
    </p:embeddedFont>
    <p:embeddedFont>
      <p:font typeface="Araboto-Bold" charset="1" panose="02000500000000000000"/>
      <p:regular r:id="rId48"/>
    </p:embeddedFont>
    <p:embeddedFont>
      <p:font typeface="Consolas" charset="1" panose="020B060902020403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https://cses.fi/problemset/task/1083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https://cses.fi/problemset/task/1083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https://blitzcoding.com/problem-detail/93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0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1.png" Type="http://schemas.openxmlformats.org/officeDocument/2006/relationships/image"/><Relationship Id="rId6" Target="https://blitzcoding.com/problem-detail/43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2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https://blitzcoding.com/problem-detail/44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8.png" Type="http://schemas.openxmlformats.org/officeDocument/2006/relationships/image"/><Relationship Id="rId6" Target="https://blitzcoding.com/problem-detail/94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2649" y="1545548"/>
            <a:ext cx="19996329" cy="12400501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43235" cy="17824797"/>
            </a:xfrm>
            <a:custGeom>
              <a:avLst/>
              <a:gdLst/>
              <a:ahLst/>
              <a:cxnLst/>
              <a:rect r="r" b="b" t="t" l="l"/>
              <a:pathLst>
                <a:path h="17824797" w="28743235">
                  <a:moveTo>
                    <a:pt x="28743235" y="196959"/>
                  </a:moveTo>
                  <a:lnTo>
                    <a:pt x="28743235" y="0"/>
                  </a:lnTo>
                  <a:lnTo>
                    <a:pt x="158802" y="0"/>
                  </a:lnTo>
                  <a:lnTo>
                    <a:pt x="158802" y="98480"/>
                  </a:lnTo>
                  <a:lnTo>
                    <a:pt x="0" y="98480"/>
                  </a:lnTo>
                  <a:lnTo>
                    <a:pt x="0" y="17824797"/>
                  </a:lnTo>
                  <a:lnTo>
                    <a:pt x="317605" y="17824797"/>
                  </a:lnTo>
                  <a:lnTo>
                    <a:pt x="317605" y="14378012"/>
                  </a:lnTo>
                  <a:lnTo>
                    <a:pt x="5716887" y="14378012"/>
                  </a:lnTo>
                  <a:lnTo>
                    <a:pt x="5716887" y="17824797"/>
                  </a:lnTo>
                  <a:lnTo>
                    <a:pt x="6034491" y="17824797"/>
                  </a:lnTo>
                  <a:lnTo>
                    <a:pt x="6034491" y="14378012"/>
                  </a:lnTo>
                  <a:lnTo>
                    <a:pt x="11433773" y="14378012"/>
                  </a:lnTo>
                  <a:lnTo>
                    <a:pt x="11433773" y="17824797"/>
                  </a:lnTo>
                  <a:lnTo>
                    <a:pt x="11751378" y="17824797"/>
                  </a:lnTo>
                  <a:lnTo>
                    <a:pt x="11751378" y="14378012"/>
                  </a:lnTo>
                  <a:lnTo>
                    <a:pt x="17150660" y="14378012"/>
                  </a:lnTo>
                  <a:lnTo>
                    <a:pt x="17150660" y="17824797"/>
                  </a:lnTo>
                  <a:lnTo>
                    <a:pt x="17468264" y="17824797"/>
                  </a:lnTo>
                  <a:lnTo>
                    <a:pt x="17468264" y="14378012"/>
                  </a:lnTo>
                  <a:lnTo>
                    <a:pt x="22867547" y="14378012"/>
                  </a:lnTo>
                  <a:lnTo>
                    <a:pt x="22867547" y="17824797"/>
                  </a:lnTo>
                  <a:lnTo>
                    <a:pt x="23185151" y="17824797"/>
                  </a:lnTo>
                  <a:lnTo>
                    <a:pt x="23185151" y="14378012"/>
                  </a:lnTo>
                  <a:lnTo>
                    <a:pt x="28743235" y="14378012"/>
                  </a:lnTo>
                  <a:lnTo>
                    <a:pt x="28743235" y="14181054"/>
                  </a:lnTo>
                  <a:lnTo>
                    <a:pt x="23185151" y="14181054"/>
                  </a:lnTo>
                  <a:lnTo>
                    <a:pt x="23185151" y="10832750"/>
                  </a:lnTo>
                  <a:lnTo>
                    <a:pt x="28743235" y="10832750"/>
                  </a:lnTo>
                  <a:lnTo>
                    <a:pt x="28743235" y="10635790"/>
                  </a:lnTo>
                  <a:lnTo>
                    <a:pt x="23185151" y="10635790"/>
                  </a:lnTo>
                  <a:lnTo>
                    <a:pt x="23185151" y="7287486"/>
                  </a:lnTo>
                  <a:lnTo>
                    <a:pt x="28743235" y="7287486"/>
                  </a:lnTo>
                  <a:lnTo>
                    <a:pt x="28743235" y="7090527"/>
                  </a:lnTo>
                  <a:lnTo>
                    <a:pt x="23185151" y="7090527"/>
                  </a:lnTo>
                  <a:lnTo>
                    <a:pt x="23185151" y="3742223"/>
                  </a:lnTo>
                  <a:lnTo>
                    <a:pt x="28743235" y="3742223"/>
                  </a:lnTo>
                  <a:lnTo>
                    <a:pt x="28743235" y="3545263"/>
                  </a:lnTo>
                  <a:lnTo>
                    <a:pt x="23185151" y="3545263"/>
                  </a:lnTo>
                  <a:lnTo>
                    <a:pt x="23185151" y="196959"/>
                  </a:lnTo>
                  <a:lnTo>
                    <a:pt x="28743235" y="196959"/>
                  </a:lnTo>
                  <a:close/>
                  <a:moveTo>
                    <a:pt x="6034491" y="3545263"/>
                  </a:moveTo>
                  <a:lnTo>
                    <a:pt x="6034491" y="196959"/>
                  </a:lnTo>
                  <a:lnTo>
                    <a:pt x="11433773" y="196959"/>
                  </a:lnTo>
                  <a:lnTo>
                    <a:pt x="11433773" y="3545263"/>
                  </a:lnTo>
                  <a:lnTo>
                    <a:pt x="6034491" y="3545263"/>
                  </a:lnTo>
                  <a:close/>
                  <a:moveTo>
                    <a:pt x="11433773" y="3742223"/>
                  </a:moveTo>
                  <a:lnTo>
                    <a:pt x="11433773" y="7090527"/>
                  </a:lnTo>
                  <a:lnTo>
                    <a:pt x="6034491" y="7090527"/>
                  </a:lnTo>
                  <a:lnTo>
                    <a:pt x="6034491" y="3742223"/>
                  </a:lnTo>
                  <a:lnTo>
                    <a:pt x="11433773" y="3742223"/>
                  </a:lnTo>
                  <a:close/>
                  <a:moveTo>
                    <a:pt x="5716887" y="3545263"/>
                  </a:moveTo>
                  <a:lnTo>
                    <a:pt x="317605" y="3545263"/>
                  </a:lnTo>
                  <a:lnTo>
                    <a:pt x="317605" y="196959"/>
                  </a:lnTo>
                  <a:lnTo>
                    <a:pt x="5716887" y="196959"/>
                  </a:lnTo>
                  <a:lnTo>
                    <a:pt x="5716887" y="3545263"/>
                  </a:lnTo>
                  <a:close/>
                  <a:moveTo>
                    <a:pt x="5716887" y="3742223"/>
                  </a:moveTo>
                  <a:lnTo>
                    <a:pt x="5716887" y="7090527"/>
                  </a:lnTo>
                  <a:lnTo>
                    <a:pt x="317605" y="7090527"/>
                  </a:lnTo>
                  <a:lnTo>
                    <a:pt x="317605" y="3742223"/>
                  </a:lnTo>
                  <a:lnTo>
                    <a:pt x="5716887" y="3742223"/>
                  </a:lnTo>
                  <a:close/>
                  <a:moveTo>
                    <a:pt x="5716887" y="7287486"/>
                  </a:moveTo>
                  <a:lnTo>
                    <a:pt x="5716887" y="10635790"/>
                  </a:lnTo>
                  <a:lnTo>
                    <a:pt x="317605" y="10635790"/>
                  </a:lnTo>
                  <a:lnTo>
                    <a:pt x="317605" y="7287486"/>
                  </a:lnTo>
                  <a:lnTo>
                    <a:pt x="5716887" y="7287486"/>
                  </a:lnTo>
                  <a:close/>
                  <a:moveTo>
                    <a:pt x="6034491" y="7287486"/>
                  </a:moveTo>
                  <a:lnTo>
                    <a:pt x="11433773" y="7287486"/>
                  </a:lnTo>
                  <a:lnTo>
                    <a:pt x="11433773" y="10635790"/>
                  </a:lnTo>
                  <a:lnTo>
                    <a:pt x="6034491" y="10635790"/>
                  </a:lnTo>
                  <a:lnTo>
                    <a:pt x="6034491" y="7287486"/>
                  </a:lnTo>
                  <a:close/>
                  <a:moveTo>
                    <a:pt x="11751378" y="7287486"/>
                  </a:moveTo>
                  <a:lnTo>
                    <a:pt x="17150660" y="7287486"/>
                  </a:lnTo>
                  <a:lnTo>
                    <a:pt x="17150660" y="10635790"/>
                  </a:lnTo>
                  <a:lnTo>
                    <a:pt x="11751378" y="10635790"/>
                  </a:lnTo>
                  <a:lnTo>
                    <a:pt x="11751378" y="7287486"/>
                  </a:lnTo>
                  <a:close/>
                  <a:moveTo>
                    <a:pt x="11751378" y="7090527"/>
                  </a:moveTo>
                  <a:lnTo>
                    <a:pt x="11751378" y="3742223"/>
                  </a:lnTo>
                  <a:lnTo>
                    <a:pt x="17150660" y="3742223"/>
                  </a:lnTo>
                  <a:lnTo>
                    <a:pt x="17150660" y="7090527"/>
                  </a:lnTo>
                  <a:lnTo>
                    <a:pt x="11751378" y="7090527"/>
                  </a:lnTo>
                  <a:close/>
                  <a:moveTo>
                    <a:pt x="11751378" y="3545263"/>
                  </a:moveTo>
                  <a:lnTo>
                    <a:pt x="11751378" y="196959"/>
                  </a:lnTo>
                  <a:lnTo>
                    <a:pt x="17150660" y="196959"/>
                  </a:lnTo>
                  <a:lnTo>
                    <a:pt x="17150660" y="3545263"/>
                  </a:lnTo>
                  <a:lnTo>
                    <a:pt x="11751378" y="3545263"/>
                  </a:lnTo>
                  <a:close/>
                  <a:moveTo>
                    <a:pt x="317605" y="14181054"/>
                  </a:moveTo>
                  <a:lnTo>
                    <a:pt x="317605" y="10832750"/>
                  </a:lnTo>
                  <a:lnTo>
                    <a:pt x="5716887" y="10832750"/>
                  </a:lnTo>
                  <a:lnTo>
                    <a:pt x="5716887" y="14181054"/>
                  </a:lnTo>
                  <a:lnTo>
                    <a:pt x="317605" y="14181054"/>
                  </a:lnTo>
                  <a:close/>
                  <a:moveTo>
                    <a:pt x="6034491" y="14181054"/>
                  </a:moveTo>
                  <a:lnTo>
                    <a:pt x="6034491" y="10832750"/>
                  </a:lnTo>
                  <a:lnTo>
                    <a:pt x="11433773" y="10832750"/>
                  </a:lnTo>
                  <a:lnTo>
                    <a:pt x="11433773" y="14181054"/>
                  </a:lnTo>
                  <a:lnTo>
                    <a:pt x="6034491" y="14181054"/>
                  </a:lnTo>
                  <a:close/>
                  <a:moveTo>
                    <a:pt x="11751378" y="14181054"/>
                  </a:moveTo>
                  <a:lnTo>
                    <a:pt x="11751378" y="10832750"/>
                  </a:lnTo>
                  <a:lnTo>
                    <a:pt x="17150660" y="10832750"/>
                  </a:lnTo>
                  <a:lnTo>
                    <a:pt x="17150660" y="14181054"/>
                  </a:lnTo>
                  <a:lnTo>
                    <a:pt x="11751378" y="14181054"/>
                  </a:lnTo>
                  <a:close/>
                  <a:moveTo>
                    <a:pt x="22867547" y="14181054"/>
                  </a:moveTo>
                  <a:lnTo>
                    <a:pt x="17468264" y="14181054"/>
                  </a:lnTo>
                  <a:lnTo>
                    <a:pt x="17468264" y="10832750"/>
                  </a:lnTo>
                  <a:lnTo>
                    <a:pt x="22867547" y="10832750"/>
                  </a:lnTo>
                  <a:lnTo>
                    <a:pt x="22867547" y="14181054"/>
                  </a:lnTo>
                  <a:close/>
                  <a:moveTo>
                    <a:pt x="22867547" y="10635790"/>
                  </a:moveTo>
                  <a:lnTo>
                    <a:pt x="17468264" y="10635790"/>
                  </a:lnTo>
                  <a:lnTo>
                    <a:pt x="17468264" y="7287486"/>
                  </a:lnTo>
                  <a:lnTo>
                    <a:pt x="22867547" y="7287486"/>
                  </a:lnTo>
                  <a:lnTo>
                    <a:pt x="22867547" y="10635790"/>
                  </a:lnTo>
                  <a:close/>
                  <a:moveTo>
                    <a:pt x="22867547" y="7090527"/>
                  </a:moveTo>
                  <a:lnTo>
                    <a:pt x="17468264" y="7090527"/>
                  </a:lnTo>
                  <a:lnTo>
                    <a:pt x="17468264" y="3742223"/>
                  </a:lnTo>
                  <a:lnTo>
                    <a:pt x="22867547" y="3742223"/>
                  </a:lnTo>
                  <a:lnTo>
                    <a:pt x="22867547" y="7090527"/>
                  </a:lnTo>
                  <a:close/>
                  <a:moveTo>
                    <a:pt x="22867547" y="3545263"/>
                  </a:moveTo>
                  <a:lnTo>
                    <a:pt x="17468264" y="3545263"/>
                  </a:lnTo>
                  <a:lnTo>
                    <a:pt x="17468264" y="196959"/>
                  </a:lnTo>
                  <a:lnTo>
                    <a:pt x="22867547" y="196959"/>
                  </a:lnTo>
                  <a:lnTo>
                    <a:pt x="22867547" y="3545263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734" y="540690"/>
            <a:ext cx="2286355" cy="976020"/>
            <a:chOff x="0" y="0"/>
            <a:chExt cx="602168" cy="257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2168" cy="257059"/>
            </a:xfrm>
            <a:custGeom>
              <a:avLst/>
              <a:gdLst/>
              <a:ahLst/>
              <a:cxnLst/>
              <a:rect r="r" b="b" t="t" l="l"/>
              <a:pathLst>
                <a:path h="257059" w="602168">
                  <a:moveTo>
                    <a:pt x="128529" y="0"/>
                  </a:moveTo>
                  <a:lnTo>
                    <a:pt x="473638" y="0"/>
                  </a:lnTo>
                  <a:cubicBezTo>
                    <a:pt x="544623" y="0"/>
                    <a:pt x="602168" y="57545"/>
                    <a:pt x="602168" y="128529"/>
                  </a:cubicBezTo>
                  <a:lnTo>
                    <a:pt x="602168" y="128529"/>
                  </a:lnTo>
                  <a:cubicBezTo>
                    <a:pt x="602168" y="199514"/>
                    <a:pt x="544623" y="257059"/>
                    <a:pt x="473638" y="257059"/>
                  </a:cubicBezTo>
                  <a:lnTo>
                    <a:pt x="128529" y="257059"/>
                  </a:lnTo>
                  <a:cubicBezTo>
                    <a:pt x="57545" y="257059"/>
                    <a:pt x="0" y="199514"/>
                    <a:pt x="0" y="128529"/>
                  </a:cubicBezTo>
                  <a:lnTo>
                    <a:pt x="0" y="128529"/>
                  </a:lnTo>
                  <a:cubicBezTo>
                    <a:pt x="0" y="57545"/>
                    <a:pt x="57545" y="0"/>
                    <a:pt x="128529" y="0"/>
                  </a:cubicBezTo>
                  <a:close/>
                </a:path>
              </a:pathLst>
            </a:custGeom>
            <a:solidFill>
              <a:srgbClr val="8BC2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02168" cy="295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55315" y="8084648"/>
            <a:ext cx="3681459" cy="1273118"/>
            <a:chOff x="0" y="0"/>
            <a:chExt cx="4908612" cy="169749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486015"/>
              <a:ext cx="768218" cy="1080351"/>
              <a:chOff x="0" y="0"/>
              <a:chExt cx="684530" cy="9626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38100" y="49530"/>
                <a:ext cx="598170" cy="862330"/>
              </a:xfrm>
              <a:custGeom>
                <a:avLst/>
                <a:gdLst/>
                <a:ahLst/>
                <a:cxnLst/>
                <a:rect r="r" b="b" t="t" l="l"/>
                <a:pathLst>
                  <a:path h="862330" w="598170">
                    <a:moveTo>
                      <a:pt x="100330" y="41910"/>
                    </a:moveTo>
                    <a:cubicBezTo>
                      <a:pt x="102870" y="411480"/>
                      <a:pt x="86360" y="421640"/>
                      <a:pt x="73660" y="424180"/>
                    </a:cubicBezTo>
                    <a:cubicBezTo>
                      <a:pt x="60960" y="426720"/>
                      <a:pt x="43180" y="417830"/>
                      <a:pt x="34290" y="410210"/>
                    </a:cubicBezTo>
                    <a:cubicBezTo>
                      <a:pt x="27940" y="402590"/>
                      <a:pt x="22860" y="392430"/>
                      <a:pt x="22860" y="381000"/>
                    </a:cubicBezTo>
                    <a:cubicBezTo>
                      <a:pt x="22860" y="360680"/>
                      <a:pt x="34290" y="322580"/>
                      <a:pt x="53340" y="303530"/>
                    </a:cubicBezTo>
                    <a:cubicBezTo>
                      <a:pt x="76200" y="281940"/>
                      <a:pt x="123190" y="273050"/>
                      <a:pt x="162560" y="266700"/>
                    </a:cubicBezTo>
                    <a:cubicBezTo>
                      <a:pt x="204470" y="257810"/>
                      <a:pt x="261620" y="260350"/>
                      <a:pt x="300990" y="262890"/>
                    </a:cubicBezTo>
                    <a:cubicBezTo>
                      <a:pt x="331470" y="265430"/>
                      <a:pt x="354330" y="270510"/>
                      <a:pt x="381000" y="276860"/>
                    </a:cubicBezTo>
                    <a:cubicBezTo>
                      <a:pt x="407670" y="284480"/>
                      <a:pt x="433070" y="292100"/>
                      <a:pt x="459740" y="304800"/>
                    </a:cubicBezTo>
                    <a:cubicBezTo>
                      <a:pt x="487680" y="320040"/>
                      <a:pt x="520700" y="340360"/>
                      <a:pt x="542290" y="364490"/>
                    </a:cubicBezTo>
                    <a:cubicBezTo>
                      <a:pt x="562610" y="387350"/>
                      <a:pt x="576580" y="416560"/>
                      <a:pt x="585470" y="444500"/>
                    </a:cubicBezTo>
                    <a:cubicBezTo>
                      <a:pt x="593090" y="471170"/>
                      <a:pt x="598170" y="500380"/>
                      <a:pt x="594360" y="528320"/>
                    </a:cubicBezTo>
                    <a:cubicBezTo>
                      <a:pt x="590550" y="558800"/>
                      <a:pt x="575310" y="589280"/>
                      <a:pt x="560070" y="618490"/>
                    </a:cubicBezTo>
                    <a:cubicBezTo>
                      <a:pt x="542290" y="651510"/>
                      <a:pt x="519430" y="685800"/>
                      <a:pt x="494030" y="716280"/>
                    </a:cubicBezTo>
                    <a:cubicBezTo>
                      <a:pt x="468630" y="745490"/>
                      <a:pt x="436880" y="775970"/>
                      <a:pt x="406400" y="797560"/>
                    </a:cubicBezTo>
                    <a:cubicBezTo>
                      <a:pt x="379730" y="816610"/>
                      <a:pt x="350520" y="830580"/>
                      <a:pt x="321310" y="842010"/>
                    </a:cubicBezTo>
                    <a:cubicBezTo>
                      <a:pt x="292100" y="852170"/>
                      <a:pt x="259080" y="861060"/>
                      <a:pt x="229870" y="861060"/>
                    </a:cubicBezTo>
                    <a:cubicBezTo>
                      <a:pt x="200660" y="862330"/>
                      <a:pt x="170180" y="857250"/>
                      <a:pt x="143510" y="847090"/>
                    </a:cubicBezTo>
                    <a:cubicBezTo>
                      <a:pt x="118110" y="836930"/>
                      <a:pt x="90170" y="815340"/>
                      <a:pt x="72390" y="800100"/>
                    </a:cubicBezTo>
                    <a:cubicBezTo>
                      <a:pt x="58420" y="788670"/>
                      <a:pt x="46990" y="779780"/>
                      <a:pt x="39370" y="765810"/>
                    </a:cubicBezTo>
                    <a:cubicBezTo>
                      <a:pt x="31750" y="749300"/>
                      <a:pt x="24130" y="727710"/>
                      <a:pt x="27940" y="707390"/>
                    </a:cubicBezTo>
                    <a:cubicBezTo>
                      <a:pt x="33020" y="681990"/>
                      <a:pt x="60960" y="640080"/>
                      <a:pt x="77470" y="627380"/>
                    </a:cubicBezTo>
                    <a:cubicBezTo>
                      <a:pt x="86360" y="619760"/>
                      <a:pt x="95250" y="618490"/>
                      <a:pt x="104140" y="618490"/>
                    </a:cubicBezTo>
                    <a:cubicBezTo>
                      <a:pt x="115570" y="619760"/>
                      <a:pt x="134620" y="628650"/>
                      <a:pt x="140970" y="638810"/>
                    </a:cubicBezTo>
                    <a:cubicBezTo>
                      <a:pt x="147320" y="650240"/>
                      <a:pt x="148590" y="670560"/>
                      <a:pt x="144780" y="680720"/>
                    </a:cubicBezTo>
                    <a:cubicBezTo>
                      <a:pt x="140970" y="689610"/>
                      <a:pt x="134620" y="698500"/>
                      <a:pt x="125730" y="702310"/>
                    </a:cubicBezTo>
                    <a:cubicBezTo>
                      <a:pt x="115570" y="707390"/>
                      <a:pt x="95250" y="708660"/>
                      <a:pt x="83820" y="703580"/>
                    </a:cubicBezTo>
                    <a:cubicBezTo>
                      <a:pt x="72390" y="697230"/>
                      <a:pt x="60960" y="681990"/>
                      <a:pt x="59690" y="669290"/>
                    </a:cubicBezTo>
                    <a:cubicBezTo>
                      <a:pt x="58420" y="657860"/>
                      <a:pt x="63500" y="637540"/>
                      <a:pt x="73660" y="629920"/>
                    </a:cubicBezTo>
                    <a:cubicBezTo>
                      <a:pt x="85090" y="622300"/>
                      <a:pt x="114300" y="619760"/>
                      <a:pt x="127000" y="626110"/>
                    </a:cubicBezTo>
                    <a:cubicBezTo>
                      <a:pt x="138430" y="631190"/>
                      <a:pt x="147320" y="647700"/>
                      <a:pt x="148590" y="661670"/>
                    </a:cubicBezTo>
                    <a:cubicBezTo>
                      <a:pt x="149860" y="680720"/>
                      <a:pt x="119380" y="711200"/>
                      <a:pt x="123190" y="727710"/>
                    </a:cubicBezTo>
                    <a:cubicBezTo>
                      <a:pt x="127000" y="742950"/>
                      <a:pt x="148590" y="753110"/>
                      <a:pt x="163830" y="760730"/>
                    </a:cubicBezTo>
                    <a:cubicBezTo>
                      <a:pt x="179070" y="769620"/>
                      <a:pt x="196850" y="773430"/>
                      <a:pt x="214630" y="774700"/>
                    </a:cubicBezTo>
                    <a:cubicBezTo>
                      <a:pt x="234950" y="774700"/>
                      <a:pt x="260350" y="769620"/>
                      <a:pt x="281940" y="762000"/>
                    </a:cubicBezTo>
                    <a:cubicBezTo>
                      <a:pt x="304800" y="754380"/>
                      <a:pt x="326390" y="745490"/>
                      <a:pt x="347980" y="730250"/>
                    </a:cubicBezTo>
                    <a:cubicBezTo>
                      <a:pt x="372110" y="713740"/>
                      <a:pt x="397510" y="693420"/>
                      <a:pt x="421640" y="665480"/>
                    </a:cubicBezTo>
                    <a:cubicBezTo>
                      <a:pt x="450850" y="631190"/>
                      <a:pt x="499110" y="574040"/>
                      <a:pt x="506730" y="530860"/>
                    </a:cubicBezTo>
                    <a:cubicBezTo>
                      <a:pt x="513080" y="496570"/>
                      <a:pt x="501650" y="457200"/>
                      <a:pt x="486410" y="433070"/>
                    </a:cubicBezTo>
                    <a:cubicBezTo>
                      <a:pt x="473710" y="411480"/>
                      <a:pt x="448310" y="400050"/>
                      <a:pt x="427990" y="388620"/>
                    </a:cubicBezTo>
                    <a:cubicBezTo>
                      <a:pt x="407670" y="377190"/>
                      <a:pt x="391160" y="369570"/>
                      <a:pt x="364490" y="364490"/>
                    </a:cubicBezTo>
                    <a:cubicBezTo>
                      <a:pt x="317500" y="354330"/>
                      <a:pt x="214630" y="346710"/>
                      <a:pt x="168910" y="354330"/>
                    </a:cubicBezTo>
                    <a:cubicBezTo>
                      <a:pt x="143510" y="359410"/>
                      <a:pt x="127000" y="368300"/>
                      <a:pt x="111760" y="379730"/>
                    </a:cubicBezTo>
                    <a:cubicBezTo>
                      <a:pt x="99060" y="391160"/>
                      <a:pt x="96520" y="416560"/>
                      <a:pt x="83820" y="421640"/>
                    </a:cubicBezTo>
                    <a:cubicBezTo>
                      <a:pt x="71120" y="426720"/>
                      <a:pt x="44450" y="419100"/>
                      <a:pt x="34290" y="410210"/>
                    </a:cubicBezTo>
                    <a:cubicBezTo>
                      <a:pt x="26670" y="403860"/>
                      <a:pt x="26670" y="396240"/>
                      <a:pt x="22860" y="381000"/>
                    </a:cubicBezTo>
                    <a:cubicBezTo>
                      <a:pt x="12700" y="328930"/>
                      <a:pt x="0" y="87630"/>
                      <a:pt x="12700" y="38100"/>
                    </a:cubicBezTo>
                    <a:cubicBezTo>
                      <a:pt x="15240" y="22860"/>
                      <a:pt x="20320" y="16510"/>
                      <a:pt x="27940" y="11430"/>
                    </a:cubicBezTo>
                    <a:cubicBezTo>
                      <a:pt x="35560" y="5080"/>
                      <a:pt x="48260" y="0"/>
                      <a:pt x="57150" y="1270"/>
                    </a:cubicBezTo>
                    <a:cubicBezTo>
                      <a:pt x="67310" y="1270"/>
                      <a:pt x="80010" y="6350"/>
                      <a:pt x="86360" y="12700"/>
                    </a:cubicBezTo>
                    <a:cubicBezTo>
                      <a:pt x="93980" y="20320"/>
                      <a:pt x="100330" y="41910"/>
                      <a:pt x="100330" y="4191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12827" y="391948"/>
              <a:ext cx="654197" cy="307857"/>
              <a:chOff x="0" y="0"/>
              <a:chExt cx="582930" cy="27432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49530" y="45720"/>
                <a:ext cx="48387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483870">
                    <a:moveTo>
                      <a:pt x="31750" y="90170"/>
                    </a:moveTo>
                    <a:cubicBezTo>
                      <a:pt x="215900" y="38100"/>
                      <a:pt x="396240" y="0"/>
                      <a:pt x="441960" y="5080"/>
                    </a:cubicBezTo>
                    <a:cubicBezTo>
                      <a:pt x="454660" y="7620"/>
                      <a:pt x="461010" y="10160"/>
                      <a:pt x="467360" y="16510"/>
                    </a:cubicBezTo>
                    <a:cubicBezTo>
                      <a:pt x="474980" y="25400"/>
                      <a:pt x="483870" y="44450"/>
                      <a:pt x="481330" y="55880"/>
                    </a:cubicBezTo>
                    <a:cubicBezTo>
                      <a:pt x="477520" y="69850"/>
                      <a:pt x="455930" y="90170"/>
                      <a:pt x="443230" y="93980"/>
                    </a:cubicBezTo>
                    <a:cubicBezTo>
                      <a:pt x="433070" y="96520"/>
                      <a:pt x="422910" y="93980"/>
                      <a:pt x="415290" y="87630"/>
                    </a:cubicBezTo>
                    <a:cubicBezTo>
                      <a:pt x="405130" y="81280"/>
                      <a:pt x="393700" y="64770"/>
                      <a:pt x="392430" y="53340"/>
                    </a:cubicBezTo>
                    <a:cubicBezTo>
                      <a:pt x="392430" y="40640"/>
                      <a:pt x="401320" y="22860"/>
                      <a:pt x="410210" y="15240"/>
                    </a:cubicBezTo>
                    <a:cubicBezTo>
                      <a:pt x="416560" y="7620"/>
                      <a:pt x="427990" y="5080"/>
                      <a:pt x="436880" y="5080"/>
                    </a:cubicBezTo>
                    <a:cubicBezTo>
                      <a:pt x="445770" y="5080"/>
                      <a:pt x="455930" y="7620"/>
                      <a:pt x="463550" y="13970"/>
                    </a:cubicBezTo>
                    <a:cubicBezTo>
                      <a:pt x="472440" y="21590"/>
                      <a:pt x="482600" y="39370"/>
                      <a:pt x="481330" y="50800"/>
                    </a:cubicBezTo>
                    <a:cubicBezTo>
                      <a:pt x="480060" y="64770"/>
                      <a:pt x="467360" y="81280"/>
                      <a:pt x="447040" y="92710"/>
                    </a:cubicBezTo>
                    <a:cubicBezTo>
                      <a:pt x="401320" y="119380"/>
                      <a:pt x="241300" y="123190"/>
                      <a:pt x="167640" y="140970"/>
                    </a:cubicBezTo>
                    <a:cubicBezTo>
                      <a:pt x="119380" y="152400"/>
                      <a:pt x="74930" y="177800"/>
                      <a:pt x="48260" y="177800"/>
                    </a:cubicBezTo>
                    <a:cubicBezTo>
                      <a:pt x="34290" y="176530"/>
                      <a:pt x="25400" y="173990"/>
                      <a:pt x="17780" y="167640"/>
                    </a:cubicBezTo>
                    <a:cubicBezTo>
                      <a:pt x="10160" y="161290"/>
                      <a:pt x="2540" y="151130"/>
                      <a:pt x="1270" y="140970"/>
                    </a:cubicBezTo>
                    <a:cubicBezTo>
                      <a:pt x="0" y="130810"/>
                      <a:pt x="1270" y="118110"/>
                      <a:pt x="6350" y="109220"/>
                    </a:cubicBezTo>
                    <a:cubicBezTo>
                      <a:pt x="11430" y="101600"/>
                      <a:pt x="31750" y="90170"/>
                      <a:pt x="31750" y="9017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19527" y="353466"/>
              <a:ext cx="417603" cy="973456"/>
              <a:chOff x="0" y="0"/>
              <a:chExt cx="372110" cy="86741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49530" y="48260"/>
                <a:ext cx="275590" cy="769620"/>
              </a:xfrm>
              <a:custGeom>
                <a:avLst/>
                <a:gdLst/>
                <a:ahLst/>
                <a:cxnLst/>
                <a:rect r="r" b="b" t="t" l="l"/>
                <a:pathLst>
                  <a:path h="769620" w="275590">
                    <a:moveTo>
                      <a:pt x="154940" y="709930"/>
                    </a:moveTo>
                    <a:cubicBezTo>
                      <a:pt x="33020" y="386080"/>
                      <a:pt x="20320" y="334010"/>
                      <a:pt x="11430" y="285750"/>
                    </a:cubicBezTo>
                    <a:cubicBezTo>
                      <a:pt x="5080" y="247650"/>
                      <a:pt x="2540" y="212090"/>
                      <a:pt x="1270" y="181610"/>
                    </a:cubicBezTo>
                    <a:cubicBezTo>
                      <a:pt x="1270" y="156210"/>
                      <a:pt x="0" y="137160"/>
                      <a:pt x="5080" y="113030"/>
                    </a:cubicBezTo>
                    <a:cubicBezTo>
                      <a:pt x="10160" y="85090"/>
                      <a:pt x="21590" y="44450"/>
                      <a:pt x="38100" y="26670"/>
                    </a:cubicBezTo>
                    <a:cubicBezTo>
                      <a:pt x="48260" y="12700"/>
                      <a:pt x="60960" y="3810"/>
                      <a:pt x="77470" y="2540"/>
                    </a:cubicBezTo>
                    <a:cubicBezTo>
                      <a:pt x="100330" y="0"/>
                      <a:pt x="139700" y="10160"/>
                      <a:pt x="163830" y="35560"/>
                    </a:cubicBezTo>
                    <a:cubicBezTo>
                      <a:pt x="205740" y="80010"/>
                      <a:pt x="227330" y="204470"/>
                      <a:pt x="245110" y="302260"/>
                    </a:cubicBezTo>
                    <a:cubicBezTo>
                      <a:pt x="266700" y="412750"/>
                      <a:pt x="275590" y="589280"/>
                      <a:pt x="271780" y="668020"/>
                    </a:cubicBezTo>
                    <a:cubicBezTo>
                      <a:pt x="269240" y="706120"/>
                      <a:pt x="270510" y="735330"/>
                      <a:pt x="256540" y="751840"/>
                    </a:cubicBezTo>
                    <a:cubicBezTo>
                      <a:pt x="246380" y="763270"/>
                      <a:pt x="220980" y="769620"/>
                      <a:pt x="208280" y="765810"/>
                    </a:cubicBezTo>
                    <a:cubicBezTo>
                      <a:pt x="196850" y="762000"/>
                      <a:pt x="189230" y="751840"/>
                      <a:pt x="180340" y="735330"/>
                    </a:cubicBezTo>
                    <a:cubicBezTo>
                      <a:pt x="157480" y="701040"/>
                      <a:pt x="127000" y="623570"/>
                      <a:pt x="104140" y="552450"/>
                    </a:cubicBezTo>
                    <a:cubicBezTo>
                      <a:pt x="73660" y="454660"/>
                      <a:pt x="17780" y="264160"/>
                      <a:pt x="27940" y="201930"/>
                    </a:cubicBezTo>
                    <a:cubicBezTo>
                      <a:pt x="31750" y="176530"/>
                      <a:pt x="43180" y="158750"/>
                      <a:pt x="55880" y="151130"/>
                    </a:cubicBezTo>
                    <a:cubicBezTo>
                      <a:pt x="64770" y="146050"/>
                      <a:pt x="77470" y="147320"/>
                      <a:pt x="87630" y="151130"/>
                    </a:cubicBezTo>
                    <a:cubicBezTo>
                      <a:pt x="96520" y="153670"/>
                      <a:pt x="102870" y="158750"/>
                      <a:pt x="111760" y="171450"/>
                    </a:cubicBezTo>
                    <a:cubicBezTo>
                      <a:pt x="133350" y="204470"/>
                      <a:pt x="163830" y="325120"/>
                      <a:pt x="176530" y="387350"/>
                    </a:cubicBezTo>
                    <a:cubicBezTo>
                      <a:pt x="186690" y="433070"/>
                      <a:pt x="195580" y="480060"/>
                      <a:pt x="190500" y="508000"/>
                    </a:cubicBezTo>
                    <a:cubicBezTo>
                      <a:pt x="187960" y="524510"/>
                      <a:pt x="181610" y="538480"/>
                      <a:pt x="172720" y="546100"/>
                    </a:cubicBezTo>
                    <a:cubicBezTo>
                      <a:pt x="165100" y="551180"/>
                      <a:pt x="154940" y="554990"/>
                      <a:pt x="144780" y="553720"/>
                    </a:cubicBezTo>
                    <a:cubicBezTo>
                      <a:pt x="132080" y="551180"/>
                      <a:pt x="107950" y="533400"/>
                      <a:pt x="102870" y="519430"/>
                    </a:cubicBezTo>
                    <a:cubicBezTo>
                      <a:pt x="99060" y="508000"/>
                      <a:pt x="106680" y="488950"/>
                      <a:pt x="113030" y="480060"/>
                    </a:cubicBezTo>
                    <a:cubicBezTo>
                      <a:pt x="119380" y="472440"/>
                      <a:pt x="129540" y="467360"/>
                      <a:pt x="138430" y="466090"/>
                    </a:cubicBezTo>
                    <a:cubicBezTo>
                      <a:pt x="147320" y="463550"/>
                      <a:pt x="158750" y="464820"/>
                      <a:pt x="166370" y="469900"/>
                    </a:cubicBezTo>
                    <a:cubicBezTo>
                      <a:pt x="176530" y="474980"/>
                      <a:pt x="187960" y="492760"/>
                      <a:pt x="190500" y="502920"/>
                    </a:cubicBezTo>
                    <a:cubicBezTo>
                      <a:pt x="193040" y="513080"/>
                      <a:pt x="190500" y="523240"/>
                      <a:pt x="185420" y="530860"/>
                    </a:cubicBezTo>
                    <a:cubicBezTo>
                      <a:pt x="179070" y="541020"/>
                      <a:pt x="162560" y="553720"/>
                      <a:pt x="149860" y="553720"/>
                    </a:cubicBezTo>
                    <a:cubicBezTo>
                      <a:pt x="135890" y="553720"/>
                      <a:pt x="114300" y="541020"/>
                      <a:pt x="104140" y="524510"/>
                    </a:cubicBezTo>
                    <a:cubicBezTo>
                      <a:pt x="90170" y="501650"/>
                      <a:pt x="100330" y="457200"/>
                      <a:pt x="92710" y="415290"/>
                    </a:cubicBezTo>
                    <a:cubicBezTo>
                      <a:pt x="80010" y="354330"/>
                      <a:pt x="21590" y="237490"/>
                      <a:pt x="27940" y="194310"/>
                    </a:cubicBezTo>
                    <a:cubicBezTo>
                      <a:pt x="31750" y="173990"/>
                      <a:pt x="43180" y="157480"/>
                      <a:pt x="55880" y="151130"/>
                    </a:cubicBezTo>
                    <a:cubicBezTo>
                      <a:pt x="68580" y="146050"/>
                      <a:pt x="90170" y="147320"/>
                      <a:pt x="105410" y="162560"/>
                    </a:cubicBezTo>
                    <a:cubicBezTo>
                      <a:pt x="148590" y="205740"/>
                      <a:pt x="167640" y="472440"/>
                      <a:pt x="201930" y="574040"/>
                    </a:cubicBezTo>
                    <a:cubicBezTo>
                      <a:pt x="222250" y="636270"/>
                      <a:pt x="265430" y="690880"/>
                      <a:pt x="266700" y="721360"/>
                    </a:cubicBezTo>
                    <a:cubicBezTo>
                      <a:pt x="267970" y="735330"/>
                      <a:pt x="262890" y="744220"/>
                      <a:pt x="256540" y="751840"/>
                    </a:cubicBezTo>
                    <a:cubicBezTo>
                      <a:pt x="250190" y="759460"/>
                      <a:pt x="238760" y="765810"/>
                      <a:pt x="229870" y="767080"/>
                    </a:cubicBezTo>
                    <a:cubicBezTo>
                      <a:pt x="219710" y="768350"/>
                      <a:pt x="207010" y="765810"/>
                      <a:pt x="198120" y="760730"/>
                    </a:cubicBezTo>
                    <a:cubicBezTo>
                      <a:pt x="190500" y="755650"/>
                      <a:pt x="185420" y="750570"/>
                      <a:pt x="180340" y="735330"/>
                    </a:cubicBezTo>
                    <a:cubicBezTo>
                      <a:pt x="160020" y="681990"/>
                      <a:pt x="180340" y="439420"/>
                      <a:pt x="160020" y="326390"/>
                    </a:cubicBezTo>
                    <a:cubicBezTo>
                      <a:pt x="144780" y="243840"/>
                      <a:pt x="102870" y="115570"/>
                      <a:pt x="93980" y="116840"/>
                    </a:cubicBezTo>
                    <a:cubicBezTo>
                      <a:pt x="86360" y="118110"/>
                      <a:pt x="91440" y="214630"/>
                      <a:pt x="97790" y="264160"/>
                    </a:cubicBezTo>
                    <a:cubicBezTo>
                      <a:pt x="105410" y="314960"/>
                      <a:pt x="118110" y="358140"/>
                      <a:pt x="135890" y="415290"/>
                    </a:cubicBezTo>
                    <a:cubicBezTo>
                      <a:pt x="160020" y="494030"/>
                      <a:pt x="237490" y="641350"/>
                      <a:pt x="238760" y="685800"/>
                    </a:cubicBezTo>
                    <a:cubicBezTo>
                      <a:pt x="238760" y="701040"/>
                      <a:pt x="234950" y="708660"/>
                      <a:pt x="228600" y="716280"/>
                    </a:cubicBezTo>
                    <a:cubicBezTo>
                      <a:pt x="222250" y="723900"/>
                      <a:pt x="210820" y="731520"/>
                      <a:pt x="200660" y="731520"/>
                    </a:cubicBezTo>
                    <a:cubicBezTo>
                      <a:pt x="187960" y="731520"/>
                      <a:pt x="154940" y="709930"/>
                      <a:pt x="154940" y="70993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026191" y="1344025"/>
              <a:ext cx="357741" cy="353466"/>
              <a:chOff x="0" y="0"/>
              <a:chExt cx="318770" cy="3149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43180" y="43180"/>
                <a:ext cx="226060" cy="220980"/>
              </a:xfrm>
              <a:custGeom>
                <a:avLst/>
                <a:gdLst/>
                <a:ahLst/>
                <a:cxnLst/>
                <a:rect r="r" b="b" t="t" l="l"/>
                <a:pathLst>
                  <a:path h="220980" w="226060">
                    <a:moveTo>
                      <a:pt x="7620" y="91440"/>
                    </a:moveTo>
                    <a:cubicBezTo>
                      <a:pt x="40640" y="31750"/>
                      <a:pt x="52070" y="19050"/>
                      <a:pt x="68580" y="12700"/>
                    </a:cubicBezTo>
                    <a:cubicBezTo>
                      <a:pt x="88900" y="3810"/>
                      <a:pt x="127000" y="0"/>
                      <a:pt x="149860" y="7620"/>
                    </a:cubicBezTo>
                    <a:cubicBezTo>
                      <a:pt x="168910" y="13970"/>
                      <a:pt x="186690" y="27940"/>
                      <a:pt x="199390" y="46990"/>
                    </a:cubicBezTo>
                    <a:cubicBezTo>
                      <a:pt x="213360" y="68580"/>
                      <a:pt x="226060" y="105410"/>
                      <a:pt x="223520" y="132080"/>
                    </a:cubicBezTo>
                    <a:cubicBezTo>
                      <a:pt x="222250" y="157480"/>
                      <a:pt x="209550" y="186690"/>
                      <a:pt x="191770" y="200660"/>
                    </a:cubicBezTo>
                    <a:cubicBezTo>
                      <a:pt x="175260" y="214630"/>
                      <a:pt x="139700" y="220980"/>
                      <a:pt x="123190" y="219710"/>
                    </a:cubicBezTo>
                    <a:cubicBezTo>
                      <a:pt x="113030" y="218440"/>
                      <a:pt x="109220" y="209550"/>
                      <a:pt x="100330" y="208280"/>
                    </a:cubicBezTo>
                    <a:cubicBezTo>
                      <a:pt x="92710" y="207010"/>
                      <a:pt x="85090" y="214630"/>
                      <a:pt x="74930" y="212090"/>
                    </a:cubicBezTo>
                    <a:cubicBezTo>
                      <a:pt x="57150" y="208280"/>
                      <a:pt x="22860" y="189230"/>
                      <a:pt x="11430" y="168910"/>
                    </a:cubicBezTo>
                    <a:cubicBezTo>
                      <a:pt x="0" y="148590"/>
                      <a:pt x="7620" y="91440"/>
                      <a:pt x="7620" y="9144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20295" y="699805"/>
              <a:ext cx="467487" cy="226617"/>
              <a:chOff x="0" y="0"/>
              <a:chExt cx="416560" cy="20193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49530" y="46990"/>
                <a:ext cx="316230" cy="113030"/>
              </a:xfrm>
              <a:custGeom>
                <a:avLst/>
                <a:gdLst/>
                <a:ahLst/>
                <a:cxnLst/>
                <a:rect r="r" b="b" t="t" l="l"/>
                <a:pathLst>
                  <a:path h="113030" w="316230">
                    <a:moveTo>
                      <a:pt x="45720" y="15240"/>
                    </a:moveTo>
                    <a:cubicBezTo>
                      <a:pt x="300990" y="12700"/>
                      <a:pt x="314960" y="30480"/>
                      <a:pt x="314960" y="45720"/>
                    </a:cubicBezTo>
                    <a:cubicBezTo>
                      <a:pt x="316230" y="59690"/>
                      <a:pt x="298450" y="83820"/>
                      <a:pt x="284480" y="90170"/>
                    </a:cubicBezTo>
                    <a:cubicBezTo>
                      <a:pt x="273050" y="93980"/>
                      <a:pt x="254000" y="90170"/>
                      <a:pt x="243840" y="82550"/>
                    </a:cubicBezTo>
                    <a:cubicBezTo>
                      <a:pt x="233680" y="74930"/>
                      <a:pt x="224790" y="57150"/>
                      <a:pt x="227330" y="44450"/>
                    </a:cubicBezTo>
                    <a:cubicBezTo>
                      <a:pt x="228600" y="30480"/>
                      <a:pt x="248920" y="8890"/>
                      <a:pt x="261620" y="3810"/>
                    </a:cubicBezTo>
                    <a:cubicBezTo>
                      <a:pt x="270510" y="0"/>
                      <a:pt x="281940" y="2540"/>
                      <a:pt x="289560" y="7620"/>
                    </a:cubicBezTo>
                    <a:cubicBezTo>
                      <a:pt x="299720" y="12700"/>
                      <a:pt x="313690" y="27940"/>
                      <a:pt x="314960" y="40640"/>
                    </a:cubicBezTo>
                    <a:cubicBezTo>
                      <a:pt x="316230" y="54610"/>
                      <a:pt x="307340" y="76200"/>
                      <a:pt x="289560" y="87630"/>
                    </a:cubicBezTo>
                    <a:cubicBezTo>
                      <a:pt x="251460" y="113030"/>
                      <a:pt x="86360" y="110490"/>
                      <a:pt x="45720" y="104140"/>
                    </a:cubicBezTo>
                    <a:cubicBezTo>
                      <a:pt x="30480" y="101600"/>
                      <a:pt x="22860" y="100330"/>
                      <a:pt x="15240" y="92710"/>
                    </a:cubicBezTo>
                    <a:cubicBezTo>
                      <a:pt x="7620" y="83820"/>
                      <a:pt x="0" y="66040"/>
                      <a:pt x="1270" y="53340"/>
                    </a:cubicBezTo>
                    <a:cubicBezTo>
                      <a:pt x="1270" y="43180"/>
                      <a:pt x="8890" y="33020"/>
                      <a:pt x="15240" y="26670"/>
                    </a:cubicBezTo>
                    <a:cubicBezTo>
                      <a:pt x="22860" y="19050"/>
                      <a:pt x="45720" y="15240"/>
                      <a:pt x="45720" y="1524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35973" y="966330"/>
              <a:ext cx="504544" cy="236594"/>
              <a:chOff x="0" y="0"/>
              <a:chExt cx="449580" cy="21082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45720" y="50800"/>
                <a:ext cx="353060" cy="107950"/>
              </a:xfrm>
              <a:custGeom>
                <a:avLst/>
                <a:gdLst/>
                <a:ahLst/>
                <a:cxnLst/>
                <a:rect r="r" b="b" t="t" l="l"/>
                <a:pathLst>
                  <a:path h="107950" w="353060">
                    <a:moveTo>
                      <a:pt x="46990" y="0"/>
                    </a:moveTo>
                    <a:cubicBezTo>
                      <a:pt x="297180" y="20320"/>
                      <a:pt x="311150" y="8890"/>
                      <a:pt x="323850" y="13970"/>
                    </a:cubicBezTo>
                    <a:cubicBezTo>
                      <a:pt x="336550" y="20320"/>
                      <a:pt x="351790" y="45720"/>
                      <a:pt x="353060" y="59690"/>
                    </a:cubicBezTo>
                    <a:cubicBezTo>
                      <a:pt x="353060" y="68580"/>
                      <a:pt x="349250" y="78740"/>
                      <a:pt x="341630" y="85090"/>
                    </a:cubicBezTo>
                    <a:cubicBezTo>
                      <a:pt x="332740" y="93980"/>
                      <a:pt x="314960" y="101600"/>
                      <a:pt x="302260" y="100330"/>
                    </a:cubicBezTo>
                    <a:cubicBezTo>
                      <a:pt x="290830" y="97790"/>
                      <a:pt x="274320" y="86360"/>
                      <a:pt x="269240" y="76200"/>
                    </a:cubicBezTo>
                    <a:cubicBezTo>
                      <a:pt x="262890" y="64770"/>
                      <a:pt x="265430" y="44450"/>
                      <a:pt x="269240" y="34290"/>
                    </a:cubicBezTo>
                    <a:cubicBezTo>
                      <a:pt x="274320" y="25400"/>
                      <a:pt x="281940" y="17780"/>
                      <a:pt x="290830" y="15240"/>
                    </a:cubicBezTo>
                    <a:cubicBezTo>
                      <a:pt x="302260" y="11430"/>
                      <a:pt x="322580" y="11430"/>
                      <a:pt x="332740" y="17780"/>
                    </a:cubicBezTo>
                    <a:cubicBezTo>
                      <a:pt x="342900" y="25400"/>
                      <a:pt x="353060" y="41910"/>
                      <a:pt x="353060" y="54610"/>
                    </a:cubicBezTo>
                    <a:cubicBezTo>
                      <a:pt x="353060" y="67310"/>
                      <a:pt x="346710" y="82550"/>
                      <a:pt x="334010" y="91440"/>
                    </a:cubicBezTo>
                    <a:cubicBezTo>
                      <a:pt x="316230" y="105410"/>
                      <a:pt x="273050" y="106680"/>
                      <a:pt x="233680" y="107950"/>
                    </a:cubicBezTo>
                    <a:cubicBezTo>
                      <a:pt x="176530" y="107950"/>
                      <a:pt x="58420" y="100330"/>
                      <a:pt x="26670" y="83820"/>
                    </a:cubicBezTo>
                    <a:cubicBezTo>
                      <a:pt x="13970" y="76200"/>
                      <a:pt x="8890" y="68580"/>
                      <a:pt x="5080" y="59690"/>
                    </a:cubicBezTo>
                    <a:cubicBezTo>
                      <a:pt x="2540" y="50800"/>
                      <a:pt x="0" y="36830"/>
                      <a:pt x="5080" y="27940"/>
                    </a:cubicBezTo>
                    <a:cubicBezTo>
                      <a:pt x="11430" y="16510"/>
                      <a:pt x="46990" y="0"/>
                      <a:pt x="46990" y="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774991" y="142526"/>
              <a:ext cx="453234" cy="1157315"/>
              <a:chOff x="0" y="0"/>
              <a:chExt cx="403860" cy="10312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48260" y="46990"/>
                <a:ext cx="307340" cy="935990"/>
              </a:xfrm>
              <a:custGeom>
                <a:avLst/>
                <a:gdLst/>
                <a:ahLst/>
                <a:cxnLst/>
                <a:rect r="r" b="b" t="t" l="l"/>
                <a:pathLst>
                  <a:path h="935990" w="307340">
                    <a:moveTo>
                      <a:pt x="7620" y="604520"/>
                    </a:moveTo>
                    <a:cubicBezTo>
                      <a:pt x="64770" y="501650"/>
                      <a:pt x="78740" y="464820"/>
                      <a:pt x="92710" y="411480"/>
                    </a:cubicBezTo>
                    <a:cubicBezTo>
                      <a:pt x="116840" y="320040"/>
                      <a:pt x="129540" y="86360"/>
                      <a:pt x="157480" y="33020"/>
                    </a:cubicBezTo>
                    <a:cubicBezTo>
                      <a:pt x="166370" y="15240"/>
                      <a:pt x="175260" y="6350"/>
                      <a:pt x="186690" y="3810"/>
                    </a:cubicBezTo>
                    <a:cubicBezTo>
                      <a:pt x="200660" y="0"/>
                      <a:pt x="220980" y="1270"/>
                      <a:pt x="234950" y="19050"/>
                    </a:cubicBezTo>
                    <a:cubicBezTo>
                      <a:pt x="290830" y="92710"/>
                      <a:pt x="233680" y="831850"/>
                      <a:pt x="278130" y="882650"/>
                    </a:cubicBezTo>
                    <a:cubicBezTo>
                      <a:pt x="285750" y="891540"/>
                      <a:pt x="300990" y="882650"/>
                      <a:pt x="304800" y="887730"/>
                    </a:cubicBezTo>
                    <a:cubicBezTo>
                      <a:pt x="307340" y="891540"/>
                      <a:pt x="304800" y="901700"/>
                      <a:pt x="299720" y="908050"/>
                    </a:cubicBezTo>
                    <a:cubicBezTo>
                      <a:pt x="292100" y="918210"/>
                      <a:pt x="269240" y="933450"/>
                      <a:pt x="255270" y="933450"/>
                    </a:cubicBezTo>
                    <a:cubicBezTo>
                      <a:pt x="243840" y="932180"/>
                      <a:pt x="227330" y="922020"/>
                      <a:pt x="220980" y="910590"/>
                    </a:cubicBezTo>
                    <a:cubicBezTo>
                      <a:pt x="214630" y="899160"/>
                      <a:pt x="215900" y="875030"/>
                      <a:pt x="223520" y="863600"/>
                    </a:cubicBezTo>
                    <a:cubicBezTo>
                      <a:pt x="229870" y="853440"/>
                      <a:pt x="247650" y="844550"/>
                      <a:pt x="260350" y="844550"/>
                    </a:cubicBezTo>
                    <a:cubicBezTo>
                      <a:pt x="273050" y="844550"/>
                      <a:pt x="290830" y="853440"/>
                      <a:pt x="297180" y="864870"/>
                    </a:cubicBezTo>
                    <a:cubicBezTo>
                      <a:pt x="303530" y="875030"/>
                      <a:pt x="307340" y="894080"/>
                      <a:pt x="300990" y="905510"/>
                    </a:cubicBezTo>
                    <a:cubicBezTo>
                      <a:pt x="294640" y="918210"/>
                      <a:pt x="269240" y="933450"/>
                      <a:pt x="254000" y="933450"/>
                    </a:cubicBezTo>
                    <a:cubicBezTo>
                      <a:pt x="242570" y="932180"/>
                      <a:pt x="226060" y="919480"/>
                      <a:pt x="220980" y="909320"/>
                    </a:cubicBezTo>
                    <a:cubicBezTo>
                      <a:pt x="214630" y="897890"/>
                      <a:pt x="214630" y="877570"/>
                      <a:pt x="220980" y="867410"/>
                    </a:cubicBezTo>
                    <a:cubicBezTo>
                      <a:pt x="228600" y="855980"/>
                      <a:pt x="256540" y="842010"/>
                      <a:pt x="270510" y="845820"/>
                    </a:cubicBezTo>
                    <a:cubicBezTo>
                      <a:pt x="284480" y="848360"/>
                      <a:pt x="302260" y="872490"/>
                      <a:pt x="304800" y="886460"/>
                    </a:cubicBezTo>
                    <a:cubicBezTo>
                      <a:pt x="306070" y="899160"/>
                      <a:pt x="295910" y="916940"/>
                      <a:pt x="285750" y="924560"/>
                    </a:cubicBezTo>
                    <a:cubicBezTo>
                      <a:pt x="276860" y="932180"/>
                      <a:pt x="256540" y="935990"/>
                      <a:pt x="245110" y="930910"/>
                    </a:cubicBezTo>
                    <a:cubicBezTo>
                      <a:pt x="232410" y="925830"/>
                      <a:pt x="226060" y="895350"/>
                      <a:pt x="215900" y="890270"/>
                    </a:cubicBezTo>
                    <a:cubicBezTo>
                      <a:pt x="208280" y="886460"/>
                      <a:pt x="199390" y="899160"/>
                      <a:pt x="191770" y="892810"/>
                    </a:cubicBezTo>
                    <a:cubicBezTo>
                      <a:pt x="149860" y="855980"/>
                      <a:pt x="123190" y="142240"/>
                      <a:pt x="156210" y="43180"/>
                    </a:cubicBezTo>
                    <a:cubicBezTo>
                      <a:pt x="163830" y="19050"/>
                      <a:pt x="173990" y="7620"/>
                      <a:pt x="186690" y="3810"/>
                    </a:cubicBezTo>
                    <a:cubicBezTo>
                      <a:pt x="200660" y="0"/>
                      <a:pt x="226060" y="8890"/>
                      <a:pt x="234950" y="19050"/>
                    </a:cubicBezTo>
                    <a:cubicBezTo>
                      <a:pt x="243840" y="29210"/>
                      <a:pt x="242570" y="45720"/>
                      <a:pt x="243840" y="67310"/>
                    </a:cubicBezTo>
                    <a:cubicBezTo>
                      <a:pt x="243840" y="107950"/>
                      <a:pt x="231140" y="177800"/>
                      <a:pt x="218440" y="242570"/>
                    </a:cubicBezTo>
                    <a:cubicBezTo>
                      <a:pt x="203200" y="325120"/>
                      <a:pt x="181610" y="444500"/>
                      <a:pt x="152400" y="519430"/>
                    </a:cubicBezTo>
                    <a:cubicBezTo>
                      <a:pt x="129540" y="577850"/>
                      <a:pt x="99060" y="648970"/>
                      <a:pt x="68580" y="665480"/>
                    </a:cubicBezTo>
                    <a:cubicBezTo>
                      <a:pt x="53340" y="674370"/>
                      <a:pt x="30480" y="669290"/>
                      <a:pt x="19050" y="661670"/>
                    </a:cubicBezTo>
                    <a:cubicBezTo>
                      <a:pt x="10160" y="656590"/>
                      <a:pt x="3810" y="645160"/>
                      <a:pt x="2540" y="635000"/>
                    </a:cubicBezTo>
                    <a:cubicBezTo>
                      <a:pt x="0" y="626110"/>
                      <a:pt x="7620" y="604520"/>
                      <a:pt x="7620" y="60452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3420636" y="171032"/>
              <a:ext cx="701230" cy="964904"/>
              <a:chOff x="0" y="0"/>
              <a:chExt cx="624840" cy="8597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49530" y="50800"/>
                <a:ext cx="527050" cy="760730"/>
              </a:xfrm>
              <a:custGeom>
                <a:avLst/>
                <a:gdLst/>
                <a:ahLst/>
                <a:cxnLst/>
                <a:rect r="r" b="b" t="t" l="l"/>
                <a:pathLst>
                  <a:path h="760730" w="527050">
                    <a:moveTo>
                      <a:pt x="168910" y="402590"/>
                    </a:moveTo>
                    <a:cubicBezTo>
                      <a:pt x="106680" y="377190"/>
                      <a:pt x="73660" y="356870"/>
                      <a:pt x="59690" y="335280"/>
                    </a:cubicBezTo>
                    <a:cubicBezTo>
                      <a:pt x="46990" y="317500"/>
                      <a:pt x="43180" y="295910"/>
                      <a:pt x="39370" y="273050"/>
                    </a:cubicBezTo>
                    <a:cubicBezTo>
                      <a:pt x="35560" y="245110"/>
                      <a:pt x="31750" y="209550"/>
                      <a:pt x="40640" y="179070"/>
                    </a:cubicBezTo>
                    <a:cubicBezTo>
                      <a:pt x="49530" y="144780"/>
                      <a:pt x="78740" y="101600"/>
                      <a:pt x="101600" y="76200"/>
                    </a:cubicBezTo>
                    <a:cubicBezTo>
                      <a:pt x="119380" y="55880"/>
                      <a:pt x="133350" y="43180"/>
                      <a:pt x="157480" y="31750"/>
                    </a:cubicBezTo>
                    <a:cubicBezTo>
                      <a:pt x="185420" y="16510"/>
                      <a:pt x="236220" y="1270"/>
                      <a:pt x="266700" y="0"/>
                    </a:cubicBezTo>
                    <a:cubicBezTo>
                      <a:pt x="288290" y="0"/>
                      <a:pt x="300990" y="3810"/>
                      <a:pt x="321310" y="12700"/>
                    </a:cubicBezTo>
                    <a:cubicBezTo>
                      <a:pt x="351790" y="25400"/>
                      <a:pt x="402590" y="54610"/>
                      <a:pt x="426720" y="80010"/>
                    </a:cubicBezTo>
                    <a:cubicBezTo>
                      <a:pt x="444500" y="100330"/>
                      <a:pt x="453390" y="119380"/>
                      <a:pt x="463550" y="146050"/>
                    </a:cubicBezTo>
                    <a:cubicBezTo>
                      <a:pt x="474980" y="179070"/>
                      <a:pt x="485140" y="222250"/>
                      <a:pt x="485140" y="265430"/>
                    </a:cubicBezTo>
                    <a:cubicBezTo>
                      <a:pt x="483870" y="314960"/>
                      <a:pt x="473710" y="374650"/>
                      <a:pt x="453390" y="425450"/>
                    </a:cubicBezTo>
                    <a:cubicBezTo>
                      <a:pt x="431800" y="478790"/>
                      <a:pt x="396240" y="530860"/>
                      <a:pt x="353060" y="575310"/>
                    </a:cubicBezTo>
                    <a:cubicBezTo>
                      <a:pt x="306070" y="624840"/>
                      <a:pt x="232410" y="673100"/>
                      <a:pt x="176530" y="703580"/>
                    </a:cubicBezTo>
                    <a:cubicBezTo>
                      <a:pt x="132080" y="728980"/>
                      <a:pt x="77470" y="755650"/>
                      <a:pt x="49530" y="756920"/>
                    </a:cubicBezTo>
                    <a:cubicBezTo>
                      <a:pt x="36830" y="758190"/>
                      <a:pt x="27940" y="754380"/>
                      <a:pt x="19050" y="749300"/>
                    </a:cubicBezTo>
                    <a:cubicBezTo>
                      <a:pt x="11430" y="742950"/>
                      <a:pt x="3810" y="732790"/>
                      <a:pt x="2540" y="722630"/>
                    </a:cubicBezTo>
                    <a:cubicBezTo>
                      <a:pt x="0" y="713740"/>
                      <a:pt x="2540" y="703580"/>
                      <a:pt x="6350" y="692150"/>
                    </a:cubicBezTo>
                    <a:cubicBezTo>
                      <a:pt x="13970" y="673100"/>
                      <a:pt x="33020" y="638810"/>
                      <a:pt x="53340" y="627380"/>
                    </a:cubicBezTo>
                    <a:cubicBezTo>
                      <a:pt x="74930" y="615950"/>
                      <a:pt x="106680" y="617220"/>
                      <a:pt x="133350" y="622300"/>
                    </a:cubicBezTo>
                    <a:cubicBezTo>
                      <a:pt x="162560" y="627380"/>
                      <a:pt x="191770" y="652780"/>
                      <a:pt x="222250" y="660400"/>
                    </a:cubicBezTo>
                    <a:cubicBezTo>
                      <a:pt x="251460" y="668020"/>
                      <a:pt x="280670" y="670560"/>
                      <a:pt x="311150" y="669290"/>
                    </a:cubicBezTo>
                    <a:cubicBezTo>
                      <a:pt x="344170" y="668020"/>
                      <a:pt x="388620" y="660400"/>
                      <a:pt x="415290" y="646430"/>
                    </a:cubicBezTo>
                    <a:cubicBezTo>
                      <a:pt x="434340" y="636270"/>
                      <a:pt x="444500" y="613410"/>
                      <a:pt x="458470" y="607060"/>
                    </a:cubicBezTo>
                    <a:cubicBezTo>
                      <a:pt x="467360" y="601980"/>
                      <a:pt x="477520" y="600710"/>
                      <a:pt x="486410" y="601980"/>
                    </a:cubicBezTo>
                    <a:cubicBezTo>
                      <a:pt x="495300" y="603250"/>
                      <a:pt x="505460" y="607060"/>
                      <a:pt x="511810" y="614680"/>
                    </a:cubicBezTo>
                    <a:cubicBezTo>
                      <a:pt x="519430" y="623570"/>
                      <a:pt x="527050" y="642620"/>
                      <a:pt x="523240" y="654050"/>
                    </a:cubicBezTo>
                    <a:cubicBezTo>
                      <a:pt x="519430" y="668020"/>
                      <a:pt x="496570" y="687070"/>
                      <a:pt x="482600" y="689610"/>
                    </a:cubicBezTo>
                    <a:cubicBezTo>
                      <a:pt x="473710" y="692150"/>
                      <a:pt x="463550" y="688340"/>
                      <a:pt x="455930" y="683260"/>
                    </a:cubicBezTo>
                    <a:cubicBezTo>
                      <a:pt x="447040" y="675640"/>
                      <a:pt x="435610" y="659130"/>
                      <a:pt x="435610" y="646430"/>
                    </a:cubicBezTo>
                    <a:cubicBezTo>
                      <a:pt x="435610" y="633730"/>
                      <a:pt x="445770" y="617220"/>
                      <a:pt x="454660" y="609600"/>
                    </a:cubicBezTo>
                    <a:cubicBezTo>
                      <a:pt x="461010" y="603250"/>
                      <a:pt x="472440" y="599440"/>
                      <a:pt x="481330" y="600710"/>
                    </a:cubicBezTo>
                    <a:cubicBezTo>
                      <a:pt x="492760" y="601980"/>
                      <a:pt x="510540" y="612140"/>
                      <a:pt x="518160" y="622300"/>
                    </a:cubicBezTo>
                    <a:cubicBezTo>
                      <a:pt x="524510" y="632460"/>
                      <a:pt x="527050" y="648970"/>
                      <a:pt x="520700" y="662940"/>
                    </a:cubicBezTo>
                    <a:cubicBezTo>
                      <a:pt x="510540" y="685800"/>
                      <a:pt x="468630" y="717550"/>
                      <a:pt x="434340" y="732790"/>
                    </a:cubicBezTo>
                    <a:cubicBezTo>
                      <a:pt x="397510" y="750570"/>
                      <a:pt x="344170" y="755650"/>
                      <a:pt x="306070" y="758190"/>
                    </a:cubicBezTo>
                    <a:cubicBezTo>
                      <a:pt x="276860" y="759460"/>
                      <a:pt x="256540" y="758190"/>
                      <a:pt x="226060" y="751840"/>
                    </a:cubicBezTo>
                    <a:cubicBezTo>
                      <a:pt x="186690" y="744220"/>
                      <a:pt x="119380" y="695960"/>
                      <a:pt x="92710" y="704850"/>
                    </a:cubicBezTo>
                    <a:cubicBezTo>
                      <a:pt x="74930" y="711200"/>
                      <a:pt x="73660" y="749300"/>
                      <a:pt x="60960" y="755650"/>
                    </a:cubicBezTo>
                    <a:cubicBezTo>
                      <a:pt x="49530" y="760730"/>
                      <a:pt x="29210" y="756920"/>
                      <a:pt x="19050" y="749300"/>
                    </a:cubicBezTo>
                    <a:cubicBezTo>
                      <a:pt x="10160" y="741680"/>
                      <a:pt x="1270" y="723900"/>
                      <a:pt x="1270" y="712470"/>
                    </a:cubicBezTo>
                    <a:cubicBezTo>
                      <a:pt x="1270" y="702310"/>
                      <a:pt x="3810" y="692150"/>
                      <a:pt x="12700" y="683260"/>
                    </a:cubicBezTo>
                    <a:cubicBezTo>
                      <a:pt x="30480" y="664210"/>
                      <a:pt x="85090" y="654050"/>
                      <a:pt x="124460" y="631190"/>
                    </a:cubicBezTo>
                    <a:cubicBezTo>
                      <a:pt x="175260" y="603250"/>
                      <a:pt x="242570" y="561340"/>
                      <a:pt x="284480" y="519430"/>
                    </a:cubicBezTo>
                    <a:cubicBezTo>
                      <a:pt x="321310" y="482600"/>
                      <a:pt x="349250" y="444500"/>
                      <a:pt x="367030" y="402590"/>
                    </a:cubicBezTo>
                    <a:cubicBezTo>
                      <a:pt x="384810" y="361950"/>
                      <a:pt x="394970" y="311150"/>
                      <a:pt x="396240" y="271780"/>
                    </a:cubicBezTo>
                    <a:cubicBezTo>
                      <a:pt x="397510" y="241300"/>
                      <a:pt x="394970" y="213360"/>
                      <a:pt x="383540" y="186690"/>
                    </a:cubicBezTo>
                    <a:cubicBezTo>
                      <a:pt x="373380" y="158750"/>
                      <a:pt x="351790" y="124460"/>
                      <a:pt x="331470" y="107950"/>
                    </a:cubicBezTo>
                    <a:cubicBezTo>
                      <a:pt x="314960" y="95250"/>
                      <a:pt x="295910" y="88900"/>
                      <a:pt x="276860" y="87630"/>
                    </a:cubicBezTo>
                    <a:cubicBezTo>
                      <a:pt x="256540" y="86360"/>
                      <a:pt x="232410" y="90170"/>
                      <a:pt x="210820" y="101600"/>
                    </a:cubicBezTo>
                    <a:cubicBezTo>
                      <a:pt x="181610" y="118110"/>
                      <a:pt x="139700" y="163830"/>
                      <a:pt x="128270" y="193040"/>
                    </a:cubicBezTo>
                    <a:cubicBezTo>
                      <a:pt x="119380" y="213360"/>
                      <a:pt x="121920" y="234950"/>
                      <a:pt x="127000" y="252730"/>
                    </a:cubicBezTo>
                    <a:cubicBezTo>
                      <a:pt x="130810" y="271780"/>
                      <a:pt x="142240" y="293370"/>
                      <a:pt x="156210" y="304800"/>
                    </a:cubicBezTo>
                    <a:cubicBezTo>
                      <a:pt x="168910" y="314960"/>
                      <a:pt x="194310" y="313690"/>
                      <a:pt x="207010" y="322580"/>
                    </a:cubicBezTo>
                    <a:cubicBezTo>
                      <a:pt x="215900" y="328930"/>
                      <a:pt x="223520" y="337820"/>
                      <a:pt x="224790" y="347980"/>
                    </a:cubicBezTo>
                    <a:cubicBezTo>
                      <a:pt x="227330" y="360680"/>
                      <a:pt x="219710" y="387350"/>
                      <a:pt x="209550" y="396240"/>
                    </a:cubicBezTo>
                    <a:cubicBezTo>
                      <a:pt x="199390" y="403860"/>
                      <a:pt x="168910" y="402590"/>
                      <a:pt x="168910" y="40259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4128992" y="0"/>
              <a:ext cx="779620" cy="959203"/>
              <a:chOff x="0" y="0"/>
              <a:chExt cx="694690" cy="85471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45720" y="46990"/>
                <a:ext cx="601980" cy="759460"/>
              </a:xfrm>
              <a:custGeom>
                <a:avLst/>
                <a:gdLst/>
                <a:ahLst/>
                <a:cxnLst/>
                <a:rect r="r" b="b" t="t" l="l"/>
                <a:pathLst>
                  <a:path h="759460" w="601980">
                    <a:moveTo>
                      <a:pt x="120650" y="316230"/>
                    </a:moveTo>
                    <a:cubicBezTo>
                      <a:pt x="90170" y="513080"/>
                      <a:pt x="95250" y="552450"/>
                      <a:pt x="114300" y="581660"/>
                    </a:cubicBezTo>
                    <a:cubicBezTo>
                      <a:pt x="134620" y="612140"/>
                      <a:pt x="184150" y="637540"/>
                      <a:pt x="210820" y="650240"/>
                    </a:cubicBezTo>
                    <a:cubicBezTo>
                      <a:pt x="227330" y="659130"/>
                      <a:pt x="236220" y="660400"/>
                      <a:pt x="254000" y="662940"/>
                    </a:cubicBezTo>
                    <a:cubicBezTo>
                      <a:pt x="284480" y="669290"/>
                      <a:pt x="346710" y="679450"/>
                      <a:pt x="379730" y="671830"/>
                    </a:cubicBezTo>
                    <a:cubicBezTo>
                      <a:pt x="405130" y="666750"/>
                      <a:pt x="422910" y="657860"/>
                      <a:pt x="440690" y="641350"/>
                    </a:cubicBezTo>
                    <a:cubicBezTo>
                      <a:pt x="463550" y="619760"/>
                      <a:pt x="485140" y="588010"/>
                      <a:pt x="496570" y="547370"/>
                    </a:cubicBezTo>
                    <a:cubicBezTo>
                      <a:pt x="515620" y="485140"/>
                      <a:pt x="516890" y="347980"/>
                      <a:pt x="502920" y="289560"/>
                    </a:cubicBezTo>
                    <a:cubicBezTo>
                      <a:pt x="495300" y="256540"/>
                      <a:pt x="482600" y="241300"/>
                      <a:pt x="464820" y="217170"/>
                    </a:cubicBezTo>
                    <a:cubicBezTo>
                      <a:pt x="441960" y="185420"/>
                      <a:pt x="397510" y="140970"/>
                      <a:pt x="370840" y="119380"/>
                    </a:cubicBezTo>
                    <a:cubicBezTo>
                      <a:pt x="353060" y="106680"/>
                      <a:pt x="340360" y="92710"/>
                      <a:pt x="323850" y="92710"/>
                    </a:cubicBezTo>
                    <a:cubicBezTo>
                      <a:pt x="303530" y="91440"/>
                      <a:pt x="281940" y="105410"/>
                      <a:pt x="260350" y="127000"/>
                    </a:cubicBezTo>
                    <a:cubicBezTo>
                      <a:pt x="212090" y="175260"/>
                      <a:pt x="143510" y="386080"/>
                      <a:pt x="100330" y="412750"/>
                    </a:cubicBezTo>
                    <a:cubicBezTo>
                      <a:pt x="85090" y="421640"/>
                      <a:pt x="69850" y="419100"/>
                      <a:pt x="59690" y="414020"/>
                    </a:cubicBezTo>
                    <a:cubicBezTo>
                      <a:pt x="48260" y="408940"/>
                      <a:pt x="36830" y="392430"/>
                      <a:pt x="34290" y="379730"/>
                    </a:cubicBezTo>
                    <a:cubicBezTo>
                      <a:pt x="33020" y="368300"/>
                      <a:pt x="39370" y="349250"/>
                      <a:pt x="48260" y="341630"/>
                    </a:cubicBezTo>
                    <a:cubicBezTo>
                      <a:pt x="57150" y="332740"/>
                      <a:pt x="76200" y="327660"/>
                      <a:pt x="88900" y="330200"/>
                    </a:cubicBezTo>
                    <a:cubicBezTo>
                      <a:pt x="100330" y="332740"/>
                      <a:pt x="115570" y="346710"/>
                      <a:pt x="119380" y="358140"/>
                    </a:cubicBezTo>
                    <a:cubicBezTo>
                      <a:pt x="124460" y="369570"/>
                      <a:pt x="123190" y="389890"/>
                      <a:pt x="114300" y="398780"/>
                    </a:cubicBezTo>
                    <a:cubicBezTo>
                      <a:pt x="105410" y="410210"/>
                      <a:pt x="76200" y="417830"/>
                      <a:pt x="63500" y="415290"/>
                    </a:cubicBezTo>
                    <a:cubicBezTo>
                      <a:pt x="54610" y="414020"/>
                      <a:pt x="45720" y="406400"/>
                      <a:pt x="40640" y="397510"/>
                    </a:cubicBezTo>
                    <a:cubicBezTo>
                      <a:pt x="35560" y="388620"/>
                      <a:pt x="34290" y="375920"/>
                      <a:pt x="36830" y="356870"/>
                    </a:cubicBezTo>
                    <a:cubicBezTo>
                      <a:pt x="45720" y="309880"/>
                      <a:pt x="116840" y="176530"/>
                      <a:pt x="151130" y="123190"/>
                    </a:cubicBezTo>
                    <a:cubicBezTo>
                      <a:pt x="171450" y="91440"/>
                      <a:pt x="185420" y="73660"/>
                      <a:pt x="209550" y="54610"/>
                    </a:cubicBezTo>
                    <a:cubicBezTo>
                      <a:pt x="234950" y="34290"/>
                      <a:pt x="270510" y="8890"/>
                      <a:pt x="299720" y="3810"/>
                    </a:cubicBezTo>
                    <a:cubicBezTo>
                      <a:pt x="322580" y="0"/>
                      <a:pt x="342900" y="5080"/>
                      <a:pt x="367030" y="15240"/>
                    </a:cubicBezTo>
                    <a:cubicBezTo>
                      <a:pt x="402590" y="30480"/>
                      <a:pt x="449580" y="69850"/>
                      <a:pt x="483870" y="104140"/>
                    </a:cubicBezTo>
                    <a:cubicBezTo>
                      <a:pt x="518160" y="138430"/>
                      <a:pt x="552450" y="182880"/>
                      <a:pt x="571500" y="223520"/>
                    </a:cubicBezTo>
                    <a:cubicBezTo>
                      <a:pt x="589280" y="261620"/>
                      <a:pt x="594360" y="293370"/>
                      <a:pt x="598170" y="339090"/>
                    </a:cubicBezTo>
                    <a:cubicBezTo>
                      <a:pt x="601980" y="405130"/>
                      <a:pt x="596900" y="520700"/>
                      <a:pt x="577850" y="582930"/>
                    </a:cubicBezTo>
                    <a:cubicBezTo>
                      <a:pt x="566420" y="626110"/>
                      <a:pt x="548640" y="659130"/>
                      <a:pt x="524510" y="687070"/>
                    </a:cubicBezTo>
                    <a:cubicBezTo>
                      <a:pt x="501650" y="713740"/>
                      <a:pt x="469900" y="734060"/>
                      <a:pt x="436880" y="746760"/>
                    </a:cubicBezTo>
                    <a:cubicBezTo>
                      <a:pt x="401320" y="759460"/>
                      <a:pt x="356870" y="759460"/>
                      <a:pt x="313690" y="756920"/>
                    </a:cubicBezTo>
                    <a:cubicBezTo>
                      <a:pt x="265430" y="754380"/>
                      <a:pt x="201930" y="741680"/>
                      <a:pt x="162560" y="725170"/>
                    </a:cubicBezTo>
                    <a:cubicBezTo>
                      <a:pt x="133350" y="713740"/>
                      <a:pt x="114300" y="697230"/>
                      <a:pt x="93980" y="679450"/>
                    </a:cubicBezTo>
                    <a:cubicBezTo>
                      <a:pt x="71120" y="660400"/>
                      <a:pt x="46990" y="638810"/>
                      <a:pt x="33020" y="614680"/>
                    </a:cubicBezTo>
                    <a:cubicBezTo>
                      <a:pt x="19050" y="590550"/>
                      <a:pt x="11430" y="566420"/>
                      <a:pt x="6350" y="535940"/>
                    </a:cubicBezTo>
                    <a:cubicBezTo>
                      <a:pt x="0" y="497840"/>
                      <a:pt x="0" y="445770"/>
                      <a:pt x="5080" y="402590"/>
                    </a:cubicBezTo>
                    <a:cubicBezTo>
                      <a:pt x="11430" y="360680"/>
                      <a:pt x="25400" y="300990"/>
                      <a:pt x="40640" y="278130"/>
                    </a:cubicBezTo>
                    <a:cubicBezTo>
                      <a:pt x="48260" y="267970"/>
                      <a:pt x="57150" y="262890"/>
                      <a:pt x="66040" y="260350"/>
                    </a:cubicBezTo>
                    <a:cubicBezTo>
                      <a:pt x="74930" y="256540"/>
                      <a:pt x="88900" y="257810"/>
                      <a:pt x="97790" y="262890"/>
                    </a:cubicBezTo>
                    <a:cubicBezTo>
                      <a:pt x="106680" y="266700"/>
                      <a:pt x="115570" y="275590"/>
                      <a:pt x="119380" y="284480"/>
                    </a:cubicBezTo>
                    <a:cubicBezTo>
                      <a:pt x="123190" y="294640"/>
                      <a:pt x="120650" y="316230"/>
                      <a:pt x="120650" y="31623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26" id="26"/>
          <p:cNvGrpSpPr/>
          <p:nvPr/>
        </p:nvGrpSpPr>
        <p:grpSpPr>
          <a:xfrm rot="0">
            <a:off x="8907227" y="6533717"/>
            <a:ext cx="4847682" cy="1495994"/>
            <a:chOff x="0" y="0"/>
            <a:chExt cx="6463576" cy="199465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1214326" y="1625515"/>
              <a:ext cx="350615" cy="369144"/>
              <a:chOff x="0" y="0"/>
              <a:chExt cx="312420" cy="32893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50800" y="39370"/>
                <a:ext cx="217170" cy="237490"/>
              </a:xfrm>
              <a:custGeom>
                <a:avLst/>
                <a:gdLst/>
                <a:ahLst/>
                <a:cxnLst/>
                <a:rect r="r" b="b" t="t" l="l"/>
                <a:pathLst>
                  <a:path h="237490" w="217170">
                    <a:moveTo>
                      <a:pt x="97790" y="116840"/>
                    </a:moveTo>
                    <a:cubicBezTo>
                      <a:pt x="87630" y="152400"/>
                      <a:pt x="120650" y="143510"/>
                      <a:pt x="127000" y="133350"/>
                    </a:cubicBezTo>
                    <a:cubicBezTo>
                      <a:pt x="134620" y="121920"/>
                      <a:pt x="125730" y="82550"/>
                      <a:pt x="120650" y="81280"/>
                    </a:cubicBezTo>
                    <a:cubicBezTo>
                      <a:pt x="114300" y="80010"/>
                      <a:pt x="97790" y="134620"/>
                      <a:pt x="91440" y="134620"/>
                    </a:cubicBezTo>
                    <a:cubicBezTo>
                      <a:pt x="88900" y="134620"/>
                      <a:pt x="86360" y="121920"/>
                      <a:pt x="86360" y="121920"/>
                    </a:cubicBezTo>
                    <a:cubicBezTo>
                      <a:pt x="87630" y="121920"/>
                      <a:pt x="110490" y="143510"/>
                      <a:pt x="111760" y="156210"/>
                    </a:cubicBezTo>
                    <a:cubicBezTo>
                      <a:pt x="111760" y="170180"/>
                      <a:pt x="97790" y="196850"/>
                      <a:pt x="85090" y="203200"/>
                    </a:cubicBezTo>
                    <a:cubicBezTo>
                      <a:pt x="72390" y="208280"/>
                      <a:pt x="41910" y="201930"/>
                      <a:pt x="33020" y="190500"/>
                    </a:cubicBezTo>
                    <a:cubicBezTo>
                      <a:pt x="24130" y="179070"/>
                      <a:pt x="24130" y="148590"/>
                      <a:pt x="30480" y="137160"/>
                    </a:cubicBezTo>
                    <a:cubicBezTo>
                      <a:pt x="36830" y="125730"/>
                      <a:pt x="55880" y="116840"/>
                      <a:pt x="68580" y="118110"/>
                    </a:cubicBezTo>
                    <a:cubicBezTo>
                      <a:pt x="82550" y="119380"/>
                      <a:pt x="105410" y="137160"/>
                      <a:pt x="110490" y="151130"/>
                    </a:cubicBezTo>
                    <a:cubicBezTo>
                      <a:pt x="114300" y="162560"/>
                      <a:pt x="109220" y="182880"/>
                      <a:pt x="100330" y="191770"/>
                    </a:cubicBezTo>
                    <a:cubicBezTo>
                      <a:pt x="90170" y="201930"/>
                      <a:pt x="60960" y="210820"/>
                      <a:pt x="48260" y="201930"/>
                    </a:cubicBezTo>
                    <a:cubicBezTo>
                      <a:pt x="27940" y="189230"/>
                      <a:pt x="12700" y="107950"/>
                      <a:pt x="19050" y="74930"/>
                    </a:cubicBezTo>
                    <a:cubicBezTo>
                      <a:pt x="22860" y="52070"/>
                      <a:pt x="38100" y="29210"/>
                      <a:pt x="58420" y="17780"/>
                    </a:cubicBezTo>
                    <a:cubicBezTo>
                      <a:pt x="82550" y="5080"/>
                      <a:pt x="134620" y="0"/>
                      <a:pt x="160020" y="11430"/>
                    </a:cubicBezTo>
                    <a:cubicBezTo>
                      <a:pt x="182880" y="20320"/>
                      <a:pt x="200660" y="48260"/>
                      <a:pt x="209550" y="71120"/>
                    </a:cubicBezTo>
                    <a:cubicBezTo>
                      <a:pt x="217170" y="93980"/>
                      <a:pt x="214630" y="127000"/>
                      <a:pt x="210820" y="148590"/>
                    </a:cubicBezTo>
                    <a:cubicBezTo>
                      <a:pt x="207010" y="166370"/>
                      <a:pt x="199390" y="181610"/>
                      <a:pt x="190500" y="194310"/>
                    </a:cubicBezTo>
                    <a:cubicBezTo>
                      <a:pt x="180340" y="207010"/>
                      <a:pt x="167640" y="217170"/>
                      <a:pt x="153670" y="223520"/>
                    </a:cubicBezTo>
                    <a:cubicBezTo>
                      <a:pt x="138430" y="231140"/>
                      <a:pt x="116840" y="237490"/>
                      <a:pt x="100330" y="237490"/>
                    </a:cubicBezTo>
                    <a:cubicBezTo>
                      <a:pt x="83820" y="237490"/>
                      <a:pt x="67310" y="232410"/>
                      <a:pt x="53340" y="226060"/>
                    </a:cubicBezTo>
                    <a:cubicBezTo>
                      <a:pt x="39370" y="218440"/>
                      <a:pt x="26670" y="209550"/>
                      <a:pt x="19050" y="196850"/>
                    </a:cubicBezTo>
                    <a:cubicBezTo>
                      <a:pt x="8890" y="181610"/>
                      <a:pt x="0" y="157480"/>
                      <a:pt x="0" y="138430"/>
                    </a:cubicBezTo>
                    <a:cubicBezTo>
                      <a:pt x="0" y="121920"/>
                      <a:pt x="5080" y="102870"/>
                      <a:pt x="12700" y="88900"/>
                    </a:cubicBezTo>
                    <a:cubicBezTo>
                      <a:pt x="20320" y="76200"/>
                      <a:pt x="31750" y="63500"/>
                      <a:pt x="43180" y="59690"/>
                    </a:cubicBezTo>
                    <a:cubicBezTo>
                      <a:pt x="52070" y="57150"/>
                      <a:pt x="66040" y="58420"/>
                      <a:pt x="74930" y="62230"/>
                    </a:cubicBezTo>
                    <a:cubicBezTo>
                      <a:pt x="83820" y="67310"/>
                      <a:pt x="92710" y="76200"/>
                      <a:pt x="96520" y="85090"/>
                    </a:cubicBezTo>
                    <a:cubicBezTo>
                      <a:pt x="100330" y="93980"/>
                      <a:pt x="97790" y="116840"/>
                      <a:pt x="97790" y="11684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599324"/>
              <a:ext cx="912170" cy="1205774"/>
              <a:chOff x="0" y="0"/>
              <a:chExt cx="812800" cy="107442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45720" y="48260"/>
                <a:ext cx="72136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721360">
                    <a:moveTo>
                      <a:pt x="52070" y="266700"/>
                    </a:moveTo>
                    <a:cubicBezTo>
                      <a:pt x="69850" y="140970"/>
                      <a:pt x="100330" y="107950"/>
                      <a:pt x="120650" y="85090"/>
                    </a:cubicBezTo>
                    <a:cubicBezTo>
                      <a:pt x="137160" y="68580"/>
                      <a:pt x="146050" y="59690"/>
                      <a:pt x="167640" y="48260"/>
                    </a:cubicBezTo>
                    <a:cubicBezTo>
                      <a:pt x="203200" y="30480"/>
                      <a:pt x="287020" y="11430"/>
                      <a:pt x="328930" y="5080"/>
                    </a:cubicBezTo>
                    <a:cubicBezTo>
                      <a:pt x="353060" y="1270"/>
                      <a:pt x="368300" y="0"/>
                      <a:pt x="388620" y="2540"/>
                    </a:cubicBezTo>
                    <a:cubicBezTo>
                      <a:pt x="410210" y="6350"/>
                      <a:pt x="435610" y="16510"/>
                      <a:pt x="455930" y="25400"/>
                    </a:cubicBezTo>
                    <a:cubicBezTo>
                      <a:pt x="472440" y="33020"/>
                      <a:pt x="486410" y="40640"/>
                      <a:pt x="499110" y="52070"/>
                    </a:cubicBezTo>
                    <a:cubicBezTo>
                      <a:pt x="513080" y="66040"/>
                      <a:pt x="525780" y="81280"/>
                      <a:pt x="534670" y="104140"/>
                    </a:cubicBezTo>
                    <a:cubicBezTo>
                      <a:pt x="547370" y="133350"/>
                      <a:pt x="552450" y="189230"/>
                      <a:pt x="553720" y="222250"/>
                    </a:cubicBezTo>
                    <a:cubicBezTo>
                      <a:pt x="554990" y="246380"/>
                      <a:pt x="553720" y="265430"/>
                      <a:pt x="548640" y="284480"/>
                    </a:cubicBezTo>
                    <a:cubicBezTo>
                      <a:pt x="542290" y="304800"/>
                      <a:pt x="533400" y="323850"/>
                      <a:pt x="520700" y="344170"/>
                    </a:cubicBezTo>
                    <a:cubicBezTo>
                      <a:pt x="504190" y="367030"/>
                      <a:pt x="482600" y="389890"/>
                      <a:pt x="455930" y="412750"/>
                    </a:cubicBezTo>
                    <a:cubicBezTo>
                      <a:pt x="422910" y="440690"/>
                      <a:pt x="375920" y="472440"/>
                      <a:pt x="332740" y="494030"/>
                    </a:cubicBezTo>
                    <a:cubicBezTo>
                      <a:pt x="290830" y="514350"/>
                      <a:pt x="234950" y="541020"/>
                      <a:pt x="201930" y="539750"/>
                    </a:cubicBezTo>
                    <a:cubicBezTo>
                      <a:pt x="182880" y="538480"/>
                      <a:pt x="163830" y="528320"/>
                      <a:pt x="156210" y="518160"/>
                    </a:cubicBezTo>
                    <a:cubicBezTo>
                      <a:pt x="149860" y="509270"/>
                      <a:pt x="149860" y="496570"/>
                      <a:pt x="151130" y="486410"/>
                    </a:cubicBezTo>
                    <a:cubicBezTo>
                      <a:pt x="153670" y="477520"/>
                      <a:pt x="157480" y="469900"/>
                      <a:pt x="167640" y="459740"/>
                    </a:cubicBezTo>
                    <a:cubicBezTo>
                      <a:pt x="191770" y="438150"/>
                      <a:pt x="265430" y="401320"/>
                      <a:pt x="318770" y="388620"/>
                    </a:cubicBezTo>
                    <a:cubicBezTo>
                      <a:pt x="373380" y="374650"/>
                      <a:pt x="443230" y="374650"/>
                      <a:pt x="494030" y="379730"/>
                    </a:cubicBezTo>
                    <a:cubicBezTo>
                      <a:pt x="532130" y="384810"/>
                      <a:pt x="566420" y="391160"/>
                      <a:pt x="595630" y="407670"/>
                    </a:cubicBezTo>
                    <a:cubicBezTo>
                      <a:pt x="623570" y="424180"/>
                      <a:pt x="647700" y="449580"/>
                      <a:pt x="668020" y="476250"/>
                    </a:cubicBezTo>
                    <a:cubicBezTo>
                      <a:pt x="688340" y="504190"/>
                      <a:pt x="706120" y="538480"/>
                      <a:pt x="713740" y="572770"/>
                    </a:cubicBezTo>
                    <a:cubicBezTo>
                      <a:pt x="721360" y="608330"/>
                      <a:pt x="718820" y="651510"/>
                      <a:pt x="715010" y="684530"/>
                    </a:cubicBezTo>
                    <a:cubicBezTo>
                      <a:pt x="711200" y="709930"/>
                      <a:pt x="708660" y="725170"/>
                      <a:pt x="697230" y="750570"/>
                    </a:cubicBezTo>
                    <a:cubicBezTo>
                      <a:pt x="678180" y="792480"/>
                      <a:pt x="631190" y="869950"/>
                      <a:pt x="593090" y="901700"/>
                    </a:cubicBezTo>
                    <a:cubicBezTo>
                      <a:pt x="565150" y="925830"/>
                      <a:pt x="537210" y="932180"/>
                      <a:pt x="501650" y="943610"/>
                    </a:cubicBezTo>
                    <a:cubicBezTo>
                      <a:pt x="455930" y="957580"/>
                      <a:pt x="398780" y="974090"/>
                      <a:pt x="337820" y="975360"/>
                    </a:cubicBezTo>
                    <a:cubicBezTo>
                      <a:pt x="260350" y="975360"/>
                      <a:pt x="128270" y="944880"/>
                      <a:pt x="76200" y="929640"/>
                    </a:cubicBezTo>
                    <a:cubicBezTo>
                      <a:pt x="52070" y="922020"/>
                      <a:pt x="36830" y="922020"/>
                      <a:pt x="25400" y="906780"/>
                    </a:cubicBezTo>
                    <a:cubicBezTo>
                      <a:pt x="10160" y="886460"/>
                      <a:pt x="0" y="825500"/>
                      <a:pt x="11430" y="806450"/>
                    </a:cubicBezTo>
                    <a:cubicBezTo>
                      <a:pt x="19050" y="792480"/>
                      <a:pt x="48260" y="783590"/>
                      <a:pt x="62230" y="787400"/>
                    </a:cubicBezTo>
                    <a:cubicBezTo>
                      <a:pt x="74930" y="791210"/>
                      <a:pt x="92710" y="816610"/>
                      <a:pt x="92710" y="831850"/>
                    </a:cubicBezTo>
                    <a:cubicBezTo>
                      <a:pt x="93980" y="843280"/>
                      <a:pt x="83820" y="861060"/>
                      <a:pt x="72390" y="867410"/>
                    </a:cubicBezTo>
                    <a:cubicBezTo>
                      <a:pt x="59690" y="873760"/>
                      <a:pt x="30480" y="871220"/>
                      <a:pt x="19050" y="862330"/>
                    </a:cubicBezTo>
                    <a:cubicBezTo>
                      <a:pt x="8890" y="855980"/>
                      <a:pt x="2540" y="835660"/>
                      <a:pt x="5080" y="824230"/>
                    </a:cubicBezTo>
                    <a:cubicBezTo>
                      <a:pt x="7620" y="810260"/>
                      <a:pt x="29210" y="788670"/>
                      <a:pt x="43180" y="786130"/>
                    </a:cubicBezTo>
                    <a:cubicBezTo>
                      <a:pt x="54610" y="783590"/>
                      <a:pt x="73660" y="791210"/>
                      <a:pt x="82550" y="800100"/>
                    </a:cubicBezTo>
                    <a:cubicBezTo>
                      <a:pt x="90170" y="810260"/>
                      <a:pt x="78740" y="830580"/>
                      <a:pt x="90170" y="842010"/>
                    </a:cubicBezTo>
                    <a:cubicBezTo>
                      <a:pt x="119380" y="868680"/>
                      <a:pt x="252730" y="887730"/>
                      <a:pt x="328930" y="886460"/>
                    </a:cubicBezTo>
                    <a:cubicBezTo>
                      <a:pt x="398780" y="885190"/>
                      <a:pt x="481330" y="873760"/>
                      <a:pt x="529590" y="840740"/>
                    </a:cubicBezTo>
                    <a:cubicBezTo>
                      <a:pt x="570230" y="815340"/>
                      <a:pt x="596900" y="758190"/>
                      <a:pt x="612140" y="727710"/>
                    </a:cubicBezTo>
                    <a:cubicBezTo>
                      <a:pt x="621030" y="707390"/>
                      <a:pt x="623570" y="695960"/>
                      <a:pt x="626110" y="676910"/>
                    </a:cubicBezTo>
                    <a:cubicBezTo>
                      <a:pt x="629920" y="652780"/>
                      <a:pt x="635000" y="622300"/>
                      <a:pt x="627380" y="595630"/>
                    </a:cubicBezTo>
                    <a:cubicBezTo>
                      <a:pt x="617220" y="561340"/>
                      <a:pt x="588010" y="510540"/>
                      <a:pt x="561340" y="490220"/>
                    </a:cubicBezTo>
                    <a:cubicBezTo>
                      <a:pt x="539750" y="474980"/>
                      <a:pt x="519430" y="473710"/>
                      <a:pt x="491490" y="468630"/>
                    </a:cubicBezTo>
                    <a:cubicBezTo>
                      <a:pt x="454660" y="463550"/>
                      <a:pt x="401320" y="459740"/>
                      <a:pt x="355600" y="468630"/>
                    </a:cubicBezTo>
                    <a:cubicBezTo>
                      <a:pt x="302260" y="480060"/>
                      <a:pt x="226060" y="544830"/>
                      <a:pt x="191770" y="539750"/>
                    </a:cubicBezTo>
                    <a:cubicBezTo>
                      <a:pt x="172720" y="537210"/>
                      <a:pt x="156210" y="521970"/>
                      <a:pt x="152400" y="508000"/>
                    </a:cubicBezTo>
                    <a:cubicBezTo>
                      <a:pt x="148590" y="495300"/>
                      <a:pt x="153670" y="474980"/>
                      <a:pt x="167640" y="459740"/>
                    </a:cubicBezTo>
                    <a:cubicBezTo>
                      <a:pt x="194310" y="433070"/>
                      <a:pt x="288290" y="424180"/>
                      <a:pt x="337820" y="392430"/>
                    </a:cubicBezTo>
                    <a:cubicBezTo>
                      <a:pt x="386080" y="361950"/>
                      <a:pt x="443230" y="320040"/>
                      <a:pt x="461010" y="274320"/>
                    </a:cubicBezTo>
                    <a:cubicBezTo>
                      <a:pt x="477520" y="229870"/>
                      <a:pt x="468630" y="154940"/>
                      <a:pt x="449580" y="124460"/>
                    </a:cubicBezTo>
                    <a:cubicBezTo>
                      <a:pt x="436880" y="104140"/>
                      <a:pt x="415290" y="95250"/>
                      <a:pt x="388620" y="91440"/>
                    </a:cubicBezTo>
                    <a:cubicBezTo>
                      <a:pt x="347980" y="83820"/>
                      <a:pt x="264160" y="100330"/>
                      <a:pt x="222250" y="118110"/>
                    </a:cubicBezTo>
                    <a:cubicBezTo>
                      <a:pt x="191770" y="130810"/>
                      <a:pt x="166370" y="151130"/>
                      <a:pt x="152400" y="170180"/>
                    </a:cubicBezTo>
                    <a:cubicBezTo>
                      <a:pt x="140970" y="184150"/>
                      <a:pt x="134620" y="198120"/>
                      <a:pt x="133350" y="213360"/>
                    </a:cubicBezTo>
                    <a:cubicBezTo>
                      <a:pt x="130810" y="228600"/>
                      <a:pt x="142240" y="248920"/>
                      <a:pt x="140970" y="262890"/>
                    </a:cubicBezTo>
                    <a:cubicBezTo>
                      <a:pt x="138430" y="274320"/>
                      <a:pt x="135890" y="284480"/>
                      <a:pt x="127000" y="290830"/>
                    </a:cubicBezTo>
                    <a:cubicBezTo>
                      <a:pt x="116840" y="299720"/>
                      <a:pt x="90170" y="304800"/>
                      <a:pt x="77470" y="299720"/>
                    </a:cubicBezTo>
                    <a:cubicBezTo>
                      <a:pt x="66040" y="294640"/>
                      <a:pt x="52070" y="266700"/>
                      <a:pt x="52070" y="26670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1036168" y="560842"/>
              <a:ext cx="377695" cy="1057547"/>
              <a:chOff x="0" y="0"/>
              <a:chExt cx="336550" cy="94234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36830" y="46990"/>
                <a:ext cx="257810" cy="845820"/>
              </a:xfrm>
              <a:custGeom>
                <a:avLst/>
                <a:gdLst/>
                <a:ahLst/>
                <a:cxnLst/>
                <a:rect r="r" b="b" t="t" l="l"/>
                <a:pathLst>
                  <a:path h="845820" w="257810">
                    <a:moveTo>
                      <a:pt x="115570" y="728980"/>
                    </a:moveTo>
                    <a:cubicBezTo>
                      <a:pt x="0" y="295910"/>
                      <a:pt x="0" y="193040"/>
                      <a:pt x="13970" y="135890"/>
                    </a:cubicBezTo>
                    <a:cubicBezTo>
                      <a:pt x="21590" y="102870"/>
                      <a:pt x="35560" y="83820"/>
                      <a:pt x="50800" y="63500"/>
                    </a:cubicBezTo>
                    <a:cubicBezTo>
                      <a:pt x="66040" y="43180"/>
                      <a:pt x="82550" y="21590"/>
                      <a:pt x="102870" y="12700"/>
                    </a:cubicBezTo>
                    <a:cubicBezTo>
                      <a:pt x="119380" y="3810"/>
                      <a:pt x="142240" y="0"/>
                      <a:pt x="160020" y="3810"/>
                    </a:cubicBezTo>
                    <a:cubicBezTo>
                      <a:pt x="176530" y="6350"/>
                      <a:pt x="194310" y="15240"/>
                      <a:pt x="205740" y="26670"/>
                    </a:cubicBezTo>
                    <a:cubicBezTo>
                      <a:pt x="217170" y="38100"/>
                      <a:pt x="222250" y="49530"/>
                      <a:pt x="228600" y="72390"/>
                    </a:cubicBezTo>
                    <a:cubicBezTo>
                      <a:pt x="243840" y="129540"/>
                      <a:pt x="246380" y="279400"/>
                      <a:pt x="248920" y="392430"/>
                    </a:cubicBezTo>
                    <a:cubicBezTo>
                      <a:pt x="250190" y="519430"/>
                      <a:pt x="257810" y="735330"/>
                      <a:pt x="237490" y="800100"/>
                    </a:cubicBezTo>
                    <a:cubicBezTo>
                      <a:pt x="229870" y="822960"/>
                      <a:pt x="219710" y="835660"/>
                      <a:pt x="208280" y="840740"/>
                    </a:cubicBezTo>
                    <a:cubicBezTo>
                      <a:pt x="199390" y="845820"/>
                      <a:pt x="185420" y="845820"/>
                      <a:pt x="176530" y="840740"/>
                    </a:cubicBezTo>
                    <a:cubicBezTo>
                      <a:pt x="166370" y="836930"/>
                      <a:pt x="157480" y="829310"/>
                      <a:pt x="149860" y="810260"/>
                    </a:cubicBezTo>
                    <a:cubicBezTo>
                      <a:pt x="119380" y="740410"/>
                      <a:pt x="124460" y="368300"/>
                      <a:pt x="100330" y="257810"/>
                    </a:cubicBezTo>
                    <a:cubicBezTo>
                      <a:pt x="90170" y="207010"/>
                      <a:pt x="60960" y="177800"/>
                      <a:pt x="64770" y="151130"/>
                    </a:cubicBezTo>
                    <a:cubicBezTo>
                      <a:pt x="67310" y="133350"/>
                      <a:pt x="81280" y="114300"/>
                      <a:pt x="93980" y="110490"/>
                    </a:cubicBezTo>
                    <a:cubicBezTo>
                      <a:pt x="107950" y="105410"/>
                      <a:pt x="134620" y="113030"/>
                      <a:pt x="143510" y="123190"/>
                    </a:cubicBezTo>
                    <a:cubicBezTo>
                      <a:pt x="152400" y="133350"/>
                      <a:pt x="154940" y="157480"/>
                      <a:pt x="149860" y="170180"/>
                    </a:cubicBezTo>
                    <a:cubicBezTo>
                      <a:pt x="146050" y="181610"/>
                      <a:pt x="129540" y="193040"/>
                      <a:pt x="118110" y="195580"/>
                    </a:cubicBezTo>
                    <a:cubicBezTo>
                      <a:pt x="105410" y="198120"/>
                      <a:pt x="86360" y="191770"/>
                      <a:pt x="77470" y="184150"/>
                    </a:cubicBezTo>
                    <a:cubicBezTo>
                      <a:pt x="68580" y="175260"/>
                      <a:pt x="63500" y="156210"/>
                      <a:pt x="66040" y="143510"/>
                    </a:cubicBezTo>
                    <a:cubicBezTo>
                      <a:pt x="67310" y="132080"/>
                      <a:pt x="80010" y="115570"/>
                      <a:pt x="91440" y="111760"/>
                    </a:cubicBezTo>
                    <a:cubicBezTo>
                      <a:pt x="105410" y="106680"/>
                      <a:pt x="134620" y="114300"/>
                      <a:pt x="143510" y="124460"/>
                    </a:cubicBezTo>
                    <a:cubicBezTo>
                      <a:pt x="152400" y="133350"/>
                      <a:pt x="154940" y="153670"/>
                      <a:pt x="151130" y="165100"/>
                    </a:cubicBezTo>
                    <a:cubicBezTo>
                      <a:pt x="148590" y="176530"/>
                      <a:pt x="133350" y="190500"/>
                      <a:pt x="121920" y="194310"/>
                    </a:cubicBezTo>
                    <a:cubicBezTo>
                      <a:pt x="110490" y="198120"/>
                      <a:pt x="90170" y="195580"/>
                      <a:pt x="81280" y="186690"/>
                    </a:cubicBezTo>
                    <a:cubicBezTo>
                      <a:pt x="71120" y="177800"/>
                      <a:pt x="63500" y="153670"/>
                      <a:pt x="66040" y="140970"/>
                    </a:cubicBezTo>
                    <a:cubicBezTo>
                      <a:pt x="68580" y="128270"/>
                      <a:pt x="82550" y="113030"/>
                      <a:pt x="93980" y="110490"/>
                    </a:cubicBezTo>
                    <a:cubicBezTo>
                      <a:pt x="107950" y="106680"/>
                      <a:pt x="134620" y="128270"/>
                      <a:pt x="143510" y="123190"/>
                    </a:cubicBezTo>
                    <a:cubicBezTo>
                      <a:pt x="147320" y="120650"/>
                      <a:pt x="146050" y="107950"/>
                      <a:pt x="149860" y="107950"/>
                    </a:cubicBezTo>
                    <a:cubicBezTo>
                      <a:pt x="157480" y="107950"/>
                      <a:pt x="181610" y="189230"/>
                      <a:pt x="189230" y="237490"/>
                    </a:cubicBezTo>
                    <a:cubicBezTo>
                      <a:pt x="199390" y="295910"/>
                      <a:pt x="190500" y="375920"/>
                      <a:pt x="198120" y="436880"/>
                    </a:cubicBezTo>
                    <a:cubicBezTo>
                      <a:pt x="204470" y="488950"/>
                      <a:pt x="219710" y="527050"/>
                      <a:pt x="226060" y="580390"/>
                    </a:cubicBezTo>
                    <a:cubicBezTo>
                      <a:pt x="233680" y="647700"/>
                      <a:pt x="252730" y="769620"/>
                      <a:pt x="236220" y="810260"/>
                    </a:cubicBezTo>
                    <a:cubicBezTo>
                      <a:pt x="227330" y="829310"/>
                      <a:pt x="210820" y="840740"/>
                      <a:pt x="198120" y="843280"/>
                    </a:cubicBezTo>
                    <a:cubicBezTo>
                      <a:pt x="187960" y="845820"/>
                      <a:pt x="175260" y="842010"/>
                      <a:pt x="167640" y="835660"/>
                    </a:cubicBezTo>
                    <a:cubicBezTo>
                      <a:pt x="158750" y="830580"/>
                      <a:pt x="153670" y="825500"/>
                      <a:pt x="149860" y="810260"/>
                    </a:cubicBezTo>
                    <a:cubicBezTo>
                      <a:pt x="125730" y="734060"/>
                      <a:pt x="193040" y="100330"/>
                      <a:pt x="151130" y="81280"/>
                    </a:cubicBezTo>
                    <a:cubicBezTo>
                      <a:pt x="137160" y="76200"/>
                      <a:pt x="111760" y="101600"/>
                      <a:pt x="100330" y="127000"/>
                    </a:cubicBezTo>
                    <a:cubicBezTo>
                      <a:pt x="77470" y="180340"/>
                      <a:pt x="92710" y="346710"/>
                      <a:pt x="107950" y="424180"/>
                    </a:cubicBezTo>
                    <a:cubicBezTo>
                      <a:pt x="119380" y="477520"/>
                      <a:pt x="146050" y="506730"/>
                      <a:pt x="160020" y="552450"/>
                    </a:cubicBezTo>
                    <a:cubicBezTo>
                      <a:pt x="176530" y="603250"/>
                      <a:pt x="208280" y="679450"/>
                      <a:pt x="200660" y="715010"/>
                    </a:cubicBezTo>
                    <a:cubicBezTo>
                      <a:pt x="196850" y="732790"/>
                      <a:pt x="181610" y="748030"/>
                      <a:pt x="168910" y="753110"/>
                    </a:cubicBezTo>
                    <a:cubicBezTo>
                      <a:pt x="160020" y="758190"/>
                      <a:pt x="146050" y="755650"/>
                      <a:pt x="137160" y="750570"/>
                    </a:cubicBezTo>
                    <a:cubicBezTo>
                      <a:pt x="128270" y="746760"/>
                      <a:pt x="115570" y="728980"/>
                      <a:pt x="115570" y="72898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1093178" y="610726"/>
              <a:ext cx="228042" cy="706931"/>
              <a:chOff x="0" y="0"/>
              <a:chExt cx="203200" cy="62992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41910" y="49530"/>
                <a:ext cx="120650" cy="529590"/>
              </a:xfrm>
              <a:custGeom>
                <a:avLst/>
                <a:gdLst/>
                <a:ahLst/>
                <a:cxnLst/>
                <a:rect r="r" b="b" t="t" l="l"/>
                <a:pathLst>
                  <a:path h="529590" w="120650">
                    <a:moveTo>
                      <a:pt x="97790" y="290830"/>
                    </a:moveTo>
                    <a:cubicBezTo>
                      <a:pt x="95250" y="520700"/>
                      <a:pt x="74930" y="529590"/>
                      <a:pt x="60960" y="528320"/>
                    </a:cubicBezTo>
                    <a:cubicBezTo>
                      <a:pt x="46990" y="527050"/>
                      <a:pt x="31750" y="515620"/>
                      <a:pt x="21590" y="496570"/>
                    </a:cubicBezTo>
                    <a:cubicBezTo>
                      <a:pt x="0" y="452120"/>
                      <a:pt x="8890" y="311150"/>
                      <a:pt x="8890" y="228600"/>
                    </a:cubicBezTo>
                    <a:cubicBezTo>
                      <a:pt x="10160" y="158750"/>
                      <a:pt x="10160" y="68580"/>
                      <a:pt x="21590" y="34290"/>
                    </a:cubicBezTo>
                    <a:cubicBezTo>
                      <a:pt x="26670" y="21590"/>
                      <a:pt x="31750" y="13970"/>
                      <a:pt x="40640" y="8890"/>
                    </a:cubicBezTo>
                    <a:cubicBezTo>
                      <a:pt x="48260" y="3810"/>
                      <a:pt x="60960" y="0"/>
                      <a:pt x="71120" y="1270"/>
                    </a:cubicBezTo>
                    <a:cubicBezTo>
                      <a:pt x="80010" y="2540"/>
                      <a:pt x="92710" y="8890"/>
                      <a:pt x="99060" y="16510"/>
                    </a:cubicBezTo>
                    <a:cubicBezTo>
                      <a:pt x="105410" y="24130"/>
                      <a:pt x="107950" y="31750"/>
                      <a:pt x="109220" y="45720"/>
                    </a:cubicBezTo>
                    <a:cubicBezTo>
                      <a:pt x="113030" y="76200"/>
                      <a:pt x="106680" y="168910"/>
                      <a:pt x="87630" y="191770"/>
                    </a:cubicBezTo>
                    <a:cubicBezTo>
                      <a:pt x="78740" y="204470"/>
                      <a:pt x="60960" y="208280"/>
                      <a:pt x="49530" y="209550"/>
                    </a:cubicBezTo>
                    <a:cubicBezTo>
                      <a:pt x="40640" y="209550"/>
                      <a:pt x="30480" y="205740"/>
                      <a:pt x="24130" y="198120"/>
                    </a:cubicBezTo>
                    <a:cubicBezTo>
                      <a:pt x="15240" y="187960"/>
                      <a:pt x="7620" y="158750"/>
                      <a:pt x="13970" y="144780"/>
                    </a:cubicBezTo>
                    <a:cubicBezTo>
                      <a:pt x="17780" y="133350"/>
                      <a:pt x="34290" y="121920"/>
                      <a:pt x="46990" y="120650"/>
                    </a:cubicBezTo>
                    <a:cubicBezTo>
                      <a:pt x="60960" y="119380"/>
                      <a:pt x="88900" y="133350"/>
                      <a:pt x="93980" y="147320"/>
                    </a:cubicBezTo>
                    <a:cubicBezTo>
                      <a:pt x="100330" y="160020"/>
                      <a:pt x="91440" y="189230"/>
                      <a:pt x="81280" y="199390"/>
                    </a:cubicBezTo>
                    <a:cubicBezTo>
                      <a:pt x="72390" y="208280"/>
                      <a:pt x="52070" y="212090"/>
                      <a:pt x="40640" y="207010"/>
                    </a:cubicBezTo>
                    <a:cubicBezTo>
                      <a:pt x="27940" y="201930"/>
                      <a:pt x="13970" y="184150"/>
                      <a:pt x="8890" y="163830"/>
                    </a:cubicBezTo>
                    <a:cubicBezTo>
                      <a:pt x="0" y="132080"/>
                      <a:pt x="7620" y="49530"/>
                      <a:pt x="25400" y="24130"/>
                    </a:cubicBezTo>
                    <a:cubicBezTo>
                      <a:pt x="36830" y="8890"/>
                      <a:pt x="57150" y="0"/>
                      <a:pt x="71120" y="1270"/>
                    </a:cubicBezTo>
                    <a:cubicBezTo>
                      <a:pt x="85090" y="2540"/>
                      <a:pt x="101600" y="17780"/>
                      <a:pt x="107950" y="35560"/>
                    </a:cubicBezTo>
                    <a:cubicBezTo>
                      <a:pt x="120650" y="66040"/>
                      <a:pt x="99060" y="129540"/>
                      <a:pt x="97790" y="187960"/>
                    </a:cubicBezTo>
                    <a:cubicBezTo>
                      <a:pt x="96520" y="270510"/>
                      <a:pt x="116840" y="436880"/>
                      <a:pt x="109220" y="483870"/>
                    </a:cubicBezTo>
                    <a:cubicBezTo>
                      <a:pt x="106680" y="499110"/>
                      <a:pt x="105410" y="505460"/>
                      <a:pt x="99060" y="513080"/>
                    </a:cubicBezTo>
                    <a:cubicBezTo>
                      <a:pt x="92710" y="520700"/>
                      <a:pt x="81280" y="527050"/>
                      <a:pt x="71120" y="528320"/>
                    </a:cubicBezTo>
                    <a:cubicBezTo>
                      <a:pt x="59690" y="529590"/>
                      <a:pt x="40640" y="523240"/>
                      <a:pt x="33020" y="514350"/>
                    </a:cubicBezTo>
                    <a:cubicBezTo>
                      <a:pt x="25400" y="508000"/>
                      <a:pt x="24130" y="500380"/>
                      <a:pt x="20320" y="485140"/>
                    </a:cubicBezTo>
                    <a:cubicBezTo>
                      <a:pt x="12700" y="448310"/>
                      <a:pt x="0" y="312420"/>
                      <a:pt x="12700" y="278130"/>
                    </a:cubicBezTo>
                    <a:cubicBezTo>
                      <a:pt x="16510" y="265430"/>
                      <a:pt x="24130" y="260350"/>
                      <a:pt x="33020" y="255270"/>
                    </a:cubicBezTo>
                    <a:cubicBezTo>
                      <a:pt x="41910" y="251460"/>
                      <a:pt x="54610" y="248920"/>
                      <a:pt x="64770" y="252730"/>
                    </a:cubicBezTo>
                    <a:cubicBezTo>
                      <a:pt x="77470" y="257810"/>
                      <a:pt x="97790" y="290830"/>
                      <a:pt x="97790" y="29083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773030" y="837343"/>
              <a:ext cx="507394" cy="226617"/>
              <a:chOff x="0" y="0"/>
              <a:chExt cx="452120" cy="20193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50800" y="48260"/>
                <a:ext cx="353060" cy="114300"/>
              </a:xfrm>
              <a:custGeom>
                <a:avLst/>
                <a:gdLst/>
                <a:ahLst/>
                <a:cxnLst/>
                <a:rect r="r" b="b" t="t" l="l"/>
                <a:pathLst>
                  <a:path h="114300" w="353060">
                    <a:moveTo>
                      <a:pt x="41910" y="15240"/>
                    </a:moveTo>
                    <a:cubicBezTo>
                      <a:pt x="339090" y="13970"/>
                      <a:pt x="350520" y="34290"/>
                      <a:pt x="350520" y="48260"/>
                    </a:cubicBezTo>
                    <a:cubicBezTo>
                      <a:pt x="351790" y="60960"/>
                      <a:pt x="340360" y="77470"/>
                      <a:pt x="330200" y="85090"/>
                    </a:cubicBezTo>
                    <a:cubicBezTo>
                      <a:pt x="320040" y="91440"/>
                      <a:pt x="299720" y="93980"/>
                      <a:pt x="288290" y="87630"/>
                    </a:cubicBezTo>
                    <a:cubicBezTo>
                      <a:pt x="276860" y="81280"/>
                      <a:pt x="260350" y="54610"/>
                      <a:pt x="262890" y="40640"/>
                    </a:cubicBezTo>
                    <a:cubicBezTo>
                      <a:pt x="264160" y="26670"/>
                      <a:pt x="287020" y="6350"/>
                      <a:pt x="300990" y="2540"/>
                    </a:cubicBezTo>
                    <a:cubicBezTo>
                      <a:pt x="312420" y="0"/>
                      <a:pt x="331470" y="8890"/>
                      <a:pt x="339090" y="17780"/>
                    </a:cubicBezTo>
                    <a:cubicBezTo>
                      <a:pt x="347980" y="26670"/>
                      <a:pt x="353060" y="45720"/>
                      <a:pt x="349250" y="58420"/>
                    </a:cubicBezTo>
                    <a:cubicBezTo>
                      <a:pt x="345440" y="71120"/>
                      <a:pt x="330200" y="83820"/>
                      <a:pt x="307340" y="91440"/>
                    </a:cubicBezTo>
                    <a:cubicBezTo>
                      <a:pt x="257810" y="110490"/>
                      <a:pt x="80010" y="114300"/>
                      <a:pt x="36830" y="102870"/>
                    </a:cubicBezTo>
                    <a:cubicBezTo>
                      <a:pt x="22860" y="99060"/>
                      <a:pt x="16510" y="93980"/>
                      <a:pt x="10160" y="86360"/>
                    </a:cubicBezTo>
                    <a:cubicBezTo>
                      <a:pt x="3810" y="78740"/>
                      <a:pt x="0" y="66040"/>
                      <a:pt x="0" y="55880"/>
                    </a:cubicBezTo>
                    <a:cubicBezTo>
                      <a:pt x="1270" y="46990"/>
                      <a:pt x="6350" y="34290"/>
                      <a:pt x="13970" y="27940"/>
                    </a:cubicBezTo>
                    <a:cubicBezTo>
                      <a:pt x="20320" y="20320"/>
                      <a:pt x="41910" y="15240"/>
                      <a:pt x="41910" y="1524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827190" y="1119546"/>
              <a:ext cx="547302" cy="239445"/>
              <a:chOff x="0" y="0"/>
              <a:chExt cx="487680" cy="21336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50800" y="46990"/>
                <a:ext cx="387350" cy="121920"/>
              </a:xfrm>
              <a:custGeom>
                <a:avLst/>
                <a:gdLst/>
                <a:ahLst/>
                <a:cxnLst/>
                <a:rect r="r" b="b" t="t" l="l"/>
                <a:pathLst>
                  <a:path h="121920" w="387350">
                    <a:moveTo>
                      <a:pt x="44450" y="25400"/>
                    </a:moveTo>
                    <a:cubicBezTo>
                      <a:pt x="375920" y="13970"/>
                      <a:pt x="386080" y="35560"/>
                      <a:pt x="386080" y="49530"/>
                    </a:cubicBezTo>
                    <a:cubicBezTo>
                      <a:pt x="386080" y="62230"/>
                      <a:pt x="373380" y="78740"/>
                      <a:pt x="364490" y="85090"/>
                    </a:cubicBezTo>
                    <a:cubicBezTo>
                      <a:pt x="356870" y="90170"/>
                      <a:pt x="345440" y="92710"/>
                      <a:pt x="336550" y="91440"/>
                    </a:cubicBezTo>
                    <a:cubicBezTo>
                      <a:pt x="325120" y="88900"/>
                      <a:pt x="307340" y="78740"/>
                      <a:pt x="302260" y="67310"/>
                    </a:cubicBezTo>
                    <a:cubicBezTo>
                      <a:pt x="297180" y="54610"/>
                      <a:pt x="300990" y="24130"/>
                      <a:pt x="311150" y="13970"/>
                    </a:cubicBezTo>
                    <a:cubicBezTo>
                      <a:pt x="320040" y="5080"/>
                      <a:pt x="339090" y="0"/>
                      <a:pt x="351790" y="3810"/>
                    </a:cubicBezTo>
                    <a:cubicBezTo>
                      <a:pt x="364490" y="7620"/>
                      <a:pt x="383540" y="30480"/>
                      <a:pt x="386080" y="44450"/>
                    </a:cubicBezTo>
                    <a:cubicBezTo>
                      <a:pt x="387350" y="57150"/>
                      <a:pt x="378460" y="72390"/>
                      <a:pt x="368300" y="82550"/>
                    </a:cubicBezTo>
                    <a:cubicBezTo>
                      <a:pt x="354330" y="95250"/>
                      <a:pt x="331470" y="99060"/>
                      <a:pt x="300990" y="105410"/>
                    </a:cubicBezTo>
                    <a:cubicBezTo>
                      <a:pt x="243840" y="115570"/>
                      <a:pt x="87630" y="121920"/>
                      <a:pt x="44450" y="114300"/>
                    </a:cubicBezTo>
                    <a:cubicBezTo>
                      <a:pt x="29210" y="113030"/>
                      <a:pt x="21590" y="110490"/>
                      <a:pt x="15240" y="104140"/>
                    </a:cubicBezTo>
                    <a:cubicBezTo>
                      <a:pt x="6350" y="95250"/>
                      <a:pt x="0" y="76200"/>
                      <a:pt x="0" y="64770"/>
                    </a:cubicBezTo>
                    <a:cubicBezTo>
                      <a:pt x="1270" y="54610"/>
                      <a:pt x="7620" y="43180"/>
                      <a:pt x="15240" y="36830"/>
                    </a:cubicBezTo>
                    <a:cubicBezTo>
                      <a:pt x="21590" y="30480"/>
                      <a:pt x="44450" y="25400"/>
                      <a:pt x="44450" y="2540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9" id="39"/>
            <p:cNvGrpSpPr/>
            <p:nvPr/>
          </p:nvGrpSpPr>
          <p:grpSpPr>
            <a:xfrm rot="0">
              <a:off x="2656694" y="429717"/>
              <a:ext cx="478889" cy="1034742"/>
              <a:chOff x="0" y="0"/>
              <a:chExt cx="426720" cy="92202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48260" y="48260"/>
                <a:ext cx="340360" cy="825500"/>
              </a:xfrm>
              <a:custGeom>
                <a:avLst/>
                <a:gdLst/>
                <a:ahLst/>
                <a:cxnLst/>
                <a:rect r="r" b="b" t="t" l="l"/>
                <a:pathLst>
                  <a:path h="825500" w="340360">
                    <a:moveTo>
                      <a:pt x="3810" y="499110"/>
                    </a:moveTo>
                    <a:cubicBezTo>
                      <a:pt x="139700" y="123190"/>
                      <a:pt x="139700" y="59690"/>
                      <a:pt x="156210" y="30480"/>
                    </a:cubicBezTo>
                    <a:cubicBezTo>
                      <a:pt x="165100" y="16510"/>
                      <a:pt x="175260" y="6350"/>
                      <a:pt x="186690" y="2540"/>
                    </a:cubicBezTo>
                    <a:cubicBezTo>
                      <a:pt x="198120" y="0"/>
                      <a:pt x="218440" y="5080"/>
                      <a:pt x="227330" y="12700"/>
                    </a:cubicBezTo>
                    <a:cubicBezTo>
                      <a:pt x="234950" y="17780"/>
                      <a:pt x="238760" y="26670"/>
                      <a:pt x="242570" y="39370"/>
                    </a:cubicBezTo>
                    <a:cubicBezTo>
                      <a:pt x="251460" y="71120"/>
                      <a:pt x="246380" y="146050"/>
                      <a:pt x="254000" y="208280"/>
                    </a:cubicBezTo>
                    <a:cubicBezTo>
                      <a:pt x="262890" y="288290"/>
                      <a:pt x="288290" y="386080"/>
                      <a:pt x="299720" y="478790"/>
                    </a:cubicBezTo>
                    <a:cubicBezTo>
                      <a:pt x="312420" y="575310"/>
                      <a:pt x="340360" y="723900"/>
                      <a:pt x="326390" y="777240"/>
                    </a:cubicBezTo>
                    <a:cubicBezTo>
                      <a:pt x="321310" y="798830"/>
                      <a:pt x="312420" y="814070"/>
                      <a:pt x="299720" y="820420"/>
                    </a:cubicBezTo>
                    <a:cubicBezTo>
                      <a:pt x="287020" y="825500"/>
                      <a:pt x="260350" y="819150"/>
                      <a:pt x="250190" y="810260"/>
                    </a:cubicBezTo>
                    <a:cubicBezTo>
                      <a:pt x="241300" y="800100"/>
                      <a:pt x="234950" y="777240"/>
                      <a:pt x="240030" y="764540"/>
                    </a:cubicBezTo>
                    <a:cubicBezTo>
                      <a:pt x="246380" y="750570"/>
                      <a:pt x="270510" y="734060"/>
                      <a:pt x="285750" y="734060"/>
                    </a:cubicBezTo>
                    <a:cubicBezTo>
                      <a:pt x="299720" y="735330"/>
                      <a:pt x="322580" y="755650"/>
                      <a:pt x="326390" y="769620"/>
                    </a:cubicBezTo>
                    <a:cubicBezTo>
                      <a:pt x="330200" y="782320"/>
                      <a:pt x="323850" y="801370"/>
                      <a:pt x="314960" y="810260"/>
                    </a:cubicBezTo>
                    <a:cubicBezTo>
                      <a:pt x="303530" y="819150"/>
                      <a:pt x="274320" y="824230"/>
                      <a:pt x="261620" y="817880"/>
                    </a:cubicBezTo>
                    <a:cubicBezTo>
                      <a:pt x="250190" y="812800"/>
                      <a:pt x="240030" y="795020"/>
                      <a:pt x="238760" y="783590"/>
                    </a:cubicBezTo>
                    <a:cubicBezTo>
                      <a:pt x="237490" y="770890"/>
                      <a:pt x="245110" y="753110"/>
                      <a:pt x="254000" y="744220"/>
                    </a:cubicBezTo>
                    <a:cubicBezTo>
                      <a:pt x="264160" y="736600"/>
                      <a:pt x="283210" y="732790"/>
                      <a:pt x="294640" y="736600"/>
                    </a:cubicBezTo>
                    <a:cubicBezTo>
                      <a:pt x="306070" y="739140"/>
                      <a:pt x="320040" y="754380"/>
                      <a:pt x="325120" y="765810"/>
                    </a:cubicBezTo>
                    <a:cubicBezTo>
                      <a:pt x="328930" y="774700"/>
                      <a:pt x="328930" y="788670"/>
                      <a:pt x="322580" y="797560"/>
                    </a:cubicBezTo>
                    <a:cubicBezTo>
                      <a:pt x="316230" y="808990"/>
                      <a:pt x="293370" y="824230"/>
                      <a:pt x="279400" y="822960"/>
                    </a:cubicBezTo>
                    <a:cubicBezTo>
                      <a:pt x="265430" y="821690"/>
                      <a:pt x="250190" y="810260"/>
                      <a:pt x="240030" y="791210"/>
                    </a:cubicBezTo>
                    <a:cubicBezTo>
                      <a:pt x="214630" y="744220"/>
                      <a:pt x="226060" y="594360"/>
                      <a:pt x="213360" y="497840"/>
                    </a:cubicBezTo>
                    <a:cubicBezTo>
                      <a:pt x="200660" y="401320"/>
                      <a:pt x="173990" y="297180"/>
                      <a:pt x="165100" y="212090"/>
                    </a:cubicBezTo>
                    <a:cubicBezTo>
                      <a:pt x="157480" y="144780"/>
                      <a:pt x="143510" y="63500"/>
                      <a:pt x="156210" y="30480"/>
                    </a:cubicBezTo>
                    <a:cubicBezTo>
                      <a:pt x="162560" y="15240"/>
                      <a:pt x="175260" y="6350"/>
                      <a:pt x="186690" y="2540"/>
                    </a:cubicBezTo>
                    <a:cubicBezTo>
                      <a:pt x="198120" y="0"/>
                      <a:pt x="218440" y="3810"/>
                      <a:pt x="227330" y="12700"/>
                    </a:cubicBezTo>
                    <a:cubicBezTo>
                      <a:pt x="236220" y="20320"/>
                      <a:pt x="241300" y="33020"/>
                      <a:pt x="242570" y="50800"/>
                    </a:cubicBezTo>
                    <a:cubicBezTo>
                      <a:pt x="245110" y="85090"/>
                      <a:pt x="224790" y="148590"/>
                      <a:pt x="205740" y="210820"/>
                    </a:cubicBezTo>
                    <a:cubicBezTo>
                      <a:pt x="179070" y="300990"/>
                      <a:pt x="119380" y="490220"/>
                      <a:pt x="85090" y="535940"/>
                    </a:cubicBezTo>
                    <a:cubicBezTo>
                      <a:pt x="73660" y="551180"/>
                      <a:pt x="63500" y="558800"/>
                      <a:pt x="52070" y="561340"/>
                    </a:cubicBezTo>
                    <a:cubicBezTo>
                      <a:pt x="43180" y="563880"/>
                      <a:pt x="30480" y="560070"/>
                      <a:pt x="21590" y="554990"/>
                    </a:cubicBezTo>
                    <a:cubicBezTo>
                      <a:pt x="12700" y="549910"/>
                      <a:pt x="5080" y="539750"/>
                      <a:pt x="2540" y="530860"/>
                    </a:cubicBezTo>
                    <a:cubicBezTo>
                      <a:pt x="0" y="520700"/>
                      <a:pt x="3810" y="499110"/>
                      <a:pt x="3810" y="49911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390705" y="855872"/>
              <a:ext cx="488866" cy="420453"/>
              <a:chOff x="0" y="0"/>
              <a:chExt cx="435610" cy="37465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45720" y="46990"/>
                <a:ext cx="342900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342900">
                    <a:moveTo>
                      <a:pt x="76200" y="10160"/>
                    </a:moveTo>
                    <a:cubicBezTo>
                      <a:pt x="285750" y="189230"/>
                      <a:pt x="308610" y="187960"/>
                      <a:pt x="321310" y="196850"/>
                    </a:cubicBezTo>
                    <a:cubicBezTo>
                      <a:pt x="330200" y="203200"/>
                      <a:pt x="336550" y="209550"/>
                      <a:pt x="339090" y="219710"/>
                    </a:cubicBezTo>
                    <a:cubicBezTo>
                      <a:pt x="341630" y="232410"/>
                      <a:pt x="332740" y="261620"/>
                      <a:pt x="322580" y="270510"/>
                    </a:cubicBezTo>
                    <a:cubicBezTo>
                      <a:pt x="312420" y="278130"/>
                      <a:pt x="292100" y="279400"/>
                      <a:pt x="280670" y="275590"/>
                    </a:cubicBezTo>
                    <a:cubicBezTo>
                      <a:pt x="269240" y="271780"/>
                      <a:pt x="256540" y="256540"/>
                      <a:pt x="254000" y="243840"/>
                    </a:cubicBezTo>
                    <a:cubicBezTo>
                      <a:pt x="250190" y="232410"/>
                      <a:pt x="255270" y="213360"/>
                      <a:pt x="264160" y="204470"/>
                    </a:cubicBezTo>
                    <a:cubicBezTo>
                      <a:pt x="273050" y="194310"/>
                      <a:pt x="290830" y="187960"/>
                      <a:pt x="303530" y="190500"/>
                    </a:cubicBezTo>
                    <a:cubicBezTo>
                      <a:pt x="314960" y="191770"/>
                      <a:pt x="331470" y="204470"/>
                      <a:pt x="336550" y="214630"/>
                    </a:cubicBezTo>
                    <a:cubicBezTo>
                      <a:pt x="341630" y="226060"/>
                      <a:pt x="342900" y="246380"/>
                      <a:pt x="335280" y="256540"/>
                    </a:cubicBezTo>
                    <a:cubicBezTo>
                      <a:pt x="327660" y="267970"/>
                      <a:pt x="303530" y="276860"/>
                      <a:pt x="285750" y="276860"/>
                    </a:cubicBezTo>
                    <a:cubicBezTo>
                      <a:pt x="261620" y="276860"/>
                      <a:pt x="229870" y="257810"/>
                      <a:pt x="203200" y="241300"/>
                    </a:cubicBezTo>
                    <a:cubicBezTo>
                      <a:pt x="175260" y="224790"/>
                      <a:pt x="153670" y="200660"/>
                      <a:pt x="124460" y="175260"/>
                    </a:cubicBezTo>
                    <a:cubicBezTo>
                      <a:pt x="88900" y="142240"/>
                      <a:pt x="17780" y="87630"/>
                      <a:pt x="5080" y="59690"/>
                    </a:cubicBezTo>
                    <a:cubicBezTo>
                      <a:pt x="0" y="46990"/>
                      <a:pt x="2540" y="36830"/>
                      <a:pt x="5080" y="27940"/>
                    </a:cubicBezTo>
                    <a:cubicBezTo>
                      <a:pt x="8890" y="19050"/>
                      <a:pt x="16510" y="7620"/>
                      <a:pt x="26670" y="3810"/>
                    </a:cubicBezTo>
                    <a:cubicBezTo>
                      <a:pt x="39370" y="0"/>
                      <a:pt x="76200" y="10160"/>
                      <a:pt x="76200" y="1016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387855" y="853021"/>
              <a:ext cx="467487" cy="505969"/>
              <a:chOff x="0" y="0"/>
              <a:chExt cx="416560" cy="45085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50800" y="46990"/>
                <a:ext cx="316230" cy="353060"/>
              </a:xfrm>
              <a:custGeom>
                <a:avLst/>
                <a:gdLst/>
                <a:ahLst/>
                <a:cxnLst/>
                <a:rect r="r" b="b" t="t" l="l"/>
                <a:pathLst>
                  <a:path h="353060" w="316230">
                    <a:moveTo>
                      <a:pt x="11430" y="278130"/>
                    </a:moveTo>
                    <a:cubicBezTo>
                      <a:pt x="262890" y="1270"/>
                      <a:pt x="275590" y="0"/>
                      <a:pt x="287020" y="5080"/>
                    </a:cubicBezTo>
                    <a:cubicBezTo>
                      <a:pt x="298450" y="10160"/>
                      <a:pt x="311150" y="24130"/>
                      <a:pt x="313690" y="36830"/>
                    </a:cubicBezTo>
                    <a:cubicBezTo>
                      <a:pt x="316230" y="48260"/>
                      <a:pt x="311150" y="67310"/>
                      <a:pt x="302260" y="77470"/>
                    </a:cubicBezTo>
                    <a:cubicBezTo>
                      <a:pt x="294640" y="86360"/>
                      <a:pt x="275590" y="92710"/>
                      <a:pt x="262890" y="90170"/>
                    </a:cubicBezTo>
                    <a:cubicBezTo>
                      <a:pt x="251460" y="88900"/>
                      <a:pt x="234950" y="76200"/>
                      <a:pt x="229870" y="64770"/>
                    </a:cubicBezTo>
                    <a:cubicBezTo>
                      <a:pt x="224790" y="54610"/>
                      <a:pt x="224790" y="34290"/>
                      <a:pt x="232410" y="24130"/>
                    </a:cubicBezTo>
                    <a:cubicBezTo>
                      <a:pt x="240030" y="11430"/>
                      <a:pt x="267970" y="1270"/>
                      <a:pt x="281940" y="3810"/>
                    </a:cubicBezTo>
                    <a:cubicBezTo>
                      <a:pt x="294640" y="6350"/>
                      <a:pt x="307340" y="21590"/>
                      <a:pt x="312420" y="31750"/>
                    </a:cubicBezTo>
                    <a:cubicBezTo>
                      <a:pt x="316230" y="40640"/>
                      <a:pt x="316230" y="49530"/>
                      <a:pt x="312420" y="60960"/>
                    </a:cubicBezTo>
                    <a:cubicBezTo>
                      <a:pt x="306070" y="80010"/>
                      <a:pt x="285750" y="101600"/>
                      <a:pt x="261620" y="130810"/>
                    </a:cubicBezTo>
                    <a:cubicBezTo>
                      <a:pt x="219710" y="184150"/>
                      <a:pt x="109220" y="321310"/>
                      <a:pt x="69850" y="344170"/>
                    </a:cubicBezTo>
                    <a:cubicBezTo>
                      <a:pt x="57150" y="351790"/>
                      <a:pt x="49530" y="353060"/>
                      <a:pt x="39370" y="351790"/>
                    </a:cubicBezTo>
                    <a:cubicBezTo>
                      <a:pt x="29210" y="350520"/>
                      <a:pt x="17780" y="345440"/>
                      <a:pt x="11430" y="337820"/>
                    </a:cubicBezTo>
                    <a:cubicBezTo>
                      <a:pt x="5080" y="330200"/>
                      <a:pt x="0" y="317500"/>
                      <a:pt x="0" y="308610"/>
                    </a:cubicBezTo>
                    <a:cubicBezTo>
                      <a:pt x="0" y="298450"/>
                      <a:pt x="11430" y="278130"/>
                      <a:pt x="11430" y="27813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4052028" y="258686"/>
              <a:ext cx="749689" cy="912170"/>
              <a:chOff x="0" y="0"/>
              <a:chExt cx="66802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49530" y="49530"/>
                <a:ext cx="571500" cy="725170"/>
              </a:xfrm>
              <a:custGeom>
                <a:avLst/>
                <a:gdLst/>
                <a:ahLst/>
                <a:cxnLst/>
                <a:rect r="r" b="b" t="t" l="l"/>
                <a:pathLst>
                  <a:path h="725170" w="571500">
                    <a:moveTo>
                      <a:pt x="207010" y="327660"/>
                    </a:moveTo>
                    <a:cubicBezTo>
                      <a:pt x="102870" y="248920"/>
                      <a:pt x="100330" y="236220"/>
                      <a:pt x="96520" y="217170"/>
                    </a:cubicBezTo>
                    <a:cubicBezTo>
                      <a:pt x="91440" y="191770"/>
                      <a:pt x="90170" y="146050"/>
                      <a:pt x="96520" y="123190"/>
                    </a:cubicBezTo>
                    <a:cubicBezTo>
                      <a:pt x="101600" y="106680"/>
                      <a:pt x="106680" y="97790"/>
                      <a:pt x="120650" y="85090"/>
                    </a:cubicBezTo>
                    <a:cubicBezTo>
                      <a:pt x="146050" y="60960"/>
                      <a:pt x="217170" y="25400"/>
                      <a:pt x="256540" y="12700"/>
                    </a:cubicBezTo>
                    <a:cubicBezTo>
                      <a:pt x="283210" y="3810"/>
                      <a:pt x="302260" y="1270"/>
                      <a:pt x="328930" y="1270"/>
                    </a:cubicBezTo>
                    <a:cubicBezTo>
                      <a:pt x="361950" y="0"/>
                      <a:pt x="411480" y="1270"/>
                      <a:pt x="440690" y="16510"/>
                    </a:cubicBezTo>
                    <a:cubicBezTo>
                      <a:pt x="464820" y="27940"/>
                      <a:pt x="481330" y="48260"/>
                      <a:pt x="496570" y="73660"/>
                    </a:cubicBezTo>
                    <a:cubicBezTo>
                      <a:pt x="515620" y="104140"/>
                      <a:pt x="532130" y="160020"/>
                      <a:pt x="537210" y="195580"/>
                    </a:cubicBezTo>
                    <a:cubicBezTo>
                      <a:pt x="541020" y="222250"/>
                      <a:pt x="541020" y="240030"/>
                      <a:pt x="534670" y="267970"/>
                    </a:cubicBezTo>
                    <a:cubicBezTo>
                      <a:pt x="525780" y="313690"/>
                      <a:pt x="497840" y="392430"/>
                      <a:pt x="472440" y="435610"/>
                    </a:cubicBezTo>
                    <a:cubicBezTo>
                      <a:pt x="453390" y="467360"/>
                      <a:pt x="435610" y="485140"/>
                      <a:pt x="408940" y="509270"/>
                    </a:cubicBezTo>
                    <a:cubicBezTo>
                      <a:pt x="372110" y="542290"/>
                      <a:pt x="317500" y="575310"/>
                      <a:pt x="264160" y="605790"/>
                    </a:cubicBezTo>
                    <a:cubicBezTo>
                      <a:pt x="204470" y="640080"/>
                      <a:pt x="109220" y="694690"/>
                      <a:pt x="64770" y="702310"/>
                    </a:cubicBezTo>
                    <a:cubicBezTo>
                      <a:pt x="43180" y="704850"/>
                      <a:pt x="25400" y="703580"/>
                      <a:pt x="15240" y="694690"/>
                    </a:cubicBezTo>
                    <a:cubicBezTo>
                      <a:pt x="5080" y="685800"/>
                      <a:pt x="0" y="666750"/>
                      <a:pt x="1270" y="655320"/>
                    </a:cubicBezTo>
                    <a:cubicBezTo>
                      <a:pt x="2540" y="645160"/>
                      <a:pt x="6350" y="635000"/>
                      <a:pt x="16510" y="627380"/>
                    </a:cubicBezTo>
                    <a:cubicBezTo>
                      <a:pt x="36830" y="613410"/>
                      <a:pt x="88900" y="607060"/>
                      <a:pt x="133350" y="604520"/>
                    </a:cubicBezTo>
                    <a:cubicBezTo>
                      <a:pt x="193040" y="600710"/>
                      <a:pt x="275590" y="631190"/>
                      <a:pt x="342900" y="623570"/>
                    </a:cubicBezTo>
                    <a:cubicBezTo>
                      <a:pt x="408940" y="614680"/>
                      <a:pt x="499110" y="551180"/>
                      <a:pt x="532130" y="553720"/>
                    </a:cubicBezTo>
                    <a:cubicBezTo>
                      <a:pt x="544830" y="554990"/>
                      <a:pt x="551180" y="560070"/>
                      <a:pt x="557530" y="567690"/>
                    </a:cubicBezTo>
                    <a:cubicBezTo>
                      <a:pt x="563880" y="576580"/>
                      <a:pt x="571500" y="595630"/>
                      <a:pt x="567690" y="608330"/>
                    </a:cubicBezTo>
                    <a:cubicBezTo>
                      <a:pt x="562610" y="621030"/>
                      <a:pt x="538480" y="638810"/>
                      <a:pt x="525780" y="641350"/>
                    </a:cubicBezTo>
                    <a:cubicBezTo>
                      <a:pt x="515620" y="643890"/>
                      <a:pt x="505460" y="640080"/>
                      <a:pt x="497840" y="633730"/>
                    </a:cubicBezTo>
                    <a:cubicBezTo>
                      <a:pt x="488950" y="626110"/>
                      <a:pt x="480060" y="607060"/>
                      <a:pt x="480060" y="595630"/>
                    </a:cubicBezTo>
                    <a:cubicBezTo>
                      <a:pt x="478790" y="586740"/>
                      <a:pt x="482600" y="576580"/>
                      <a:pt x="488950" y="568960"/>
                    </a:cubicBezTo>
                    <a:cubicBezTo>
                      <a:pt x="497840" y="561340"/>
                      <a:pt x="515620" y="552450"/>
                      <a:pt x="527050" y="552450"/>
                    </a:cubicBezTo>
                    <a:cubicBezTo>
                      <a:pt x="539750" y="553720"/>
                      <a:pt x="556260" y="565150"/>
                      <a:pt x="562610" y="575310"/>
                    </a:cubicBezTo>
                    <a:cubicBezTo>
                      <a:pt x="568960" y="585470"/>
                      <a:pt x="571500" y="603250"/>
                      <a:pt x="563880" y="617220"/>
                    </a:cubicBezTo>
                    <a:cubicBezTo>
                      <a:pt x="549910" y="641350"/>
                      <a:pt x="485140" y="668020"/>
                      <a:pt x="445770" y="684530"/>
                    </a:cubicBezTo>
                    <a:cubicBezTo>
                      <a:pt x="411480" y="698500"/>
                      <a:pt x="386080" y="707390"/>
                      <a:pt x="340360" y="711200"/>
                    </a:cubicBezTo>
                    <a:cubicBezTo>
                      <a:pt x="264160" y="720090"/>
                      <a:pt x="66040" y="725170"/>
                      <a:pt x="22860" y="701040"/>
                    </a:cubicBezTo>
                    <a:cubicBezTo>
                      <a:pt x="7620" y="692150"/>
                      <a:pt x="2540" y="678180"/>
                      <a:pt x="1270" y="665480"/>
                    </a:cubicBezTo>
                    <a:cubicBezTo>
                      <a:pt x="0" y="654050"/>
                      <a:pt x="3810" y="641350"/>
                      <a:pt x="16510" y="627380"/>
                    </a:cubicBezTo>
                    <a:cubicBezTo>
                      <a:pt x="52070" y="590550"/>
                      <a:pt x="217170" y="535940"/>
                      <a:pt x="284480" y="490220"/>
                    </a:cubicBezTo>
                    <a:cubicBezTo>
                      <a:pt x="330200" y="459740"/>
                      <a:pt x="364490" y="435610"/>
                      <a:pt x="392430" y="398780"/>
                    </a:cubicBezTo>
                    <a:cubicBezTo>
                      <a:pt x="419100" y="360680"/>
                      <a:pt x="439420" y="304800"/>
                      <a:pt x="445770" y="262890"/>
                    </a:cubicBezTo>
                    <a:cubicBezTo>
                      <a:pt x="452120" y="229870"/>
                      <a:pt x="448310" y="195580"/>
                      <a:pt x="443230" y="170180"/>
                    </a:cubicBezTo>
                    <a:cubicBezTo>
                      <a:pt x="439420" y="153670"/>
                      <a:pt x="435610" y="140970"/>
                      <a:pt x="426720" y="128270"/>
                    </a:cubicBezTo>
                    <a:cubicBezTo>
                      <a:pt x="417830" y="114300"/>
                      <a:pt x="403860" y="99060"/>
                      <a:pt x="386080" y="92710"/>
                    </a:cubicBezTo>
                    <a:cubicBezTo>
                      <a:pt x="361950" y="83820"/>
                      <a:pt x="318770" y="88900"/>
                      <a:pt x="289560" y="95250"/>
                    </a:cubicBezTo>
                    <a:cubicBezTo>
                      <a:pt x="260350" y="100330"/>
                      <a:pt x="229870" y="111760"/>
                      <a:pt x="210820" y="125730"/>
                    </a:cubicBezTo>
                    <a:cubicBezTo>
                      <a:pt x="195580" y="134620"/>
                      <a:pt x="182880" y="144780"/>
                      <a:pt x="179070" y="160020"/>
                    </a:cubicBezTo>
                    <a:cubicBezTo>
                      <a:pt x="173990" y="176530"/>
                      <a:pt x="180340" y="205740"/>
                      <a:pt x="193040" y="222250"/>
                    </a:cubicBezTo>
                    <a:cubicBezTo>
                      <a:pt x="205740" y="238760"/>
                      <a:pt x="242570" y="241300"/>
                      <a:pt x="255270" y="254000"/>
                    </a:cubicBezTo>
                    <a:cubicBezTo>
                      <a:pt x="264160" y="262890"/>
                      <a:pt x="270510" y="271780"/>
                      <a:pt x="270510" y="281940"/>
                    </a:cubicBezTo>
                    <a:cubicBezTo>
                      <a:pt x="271780" y="293370"/>
                      <a:pt x="266700" y="312420"/>
                      <a:pt x="256540" y="321310"/>
                    </a:cubicBezTo>
                    <a:cubicBezTo>
                      <a:pt x="246380" y="328930"/>
                      <a:pt x="207010" y="327660"/>
                      <a:pt x="207010" y="32766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7" id="47"/>
            <p:cNvGrpSpPr/>
            <p:nvPr/>
          </p:nvGrpSpPr>
          <p:grpSpPr>
            <a:xfrm rot="0">
              <a:off x="4975600" y="530911"/>
              <a:ext cx="507394" cy="481740"/>
              <a:chOff x="0" y="0"/>
              <a:chExt cx="452120" cy="42926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49530" y="49530"/>
                <a:ext cx="353060" cy="330200"/>
              </a:xfrm>
              <a:custGeom>
                <a:avLst/>
                <a:gdLst/>
                <a:ahLst/>
                <a:cxnLst/>
                <a:rect r="r" b="b" t="t" l="l"/>
                <a:pathLst>
                  <a:path h="330200" w="353060">
                    <a:moveTo>
                      <a:pt x="82550" y="20320"/>
                    </a:moveTo>
                    <a:cubicBezTo>
                      <a:pt x="255270" y="218440"/>
                      <a:pt x="326390" y="232410"/>
                      <a:pt x="342900" y="256540"/>
                    </a:cubicBezTo>
                    <a:cubicBezTo>
                      <a:pt x="353060" y="270510"/>
                      <a:pt x="351790" y="287020"/>
                      <a:pt x="349250" y="298450"/>
                    </a:cubicBezTo>
                    <a:cubicBezTo>
                      <a:pt x="346710" y="307340"/>
                      <a:pt x="340360" y="316230"/>
                      <a:pt x="331470" y="320040"/>
                    </a:cubicBezTo>
                    <a:cubicBezTo>
                      <a:pt x="321310" y="326390"/>
                      <a:pt x="300990" y="330200"/>
                      <a:pt x="289560" y="323850"/>
                    </a:cubicBezTo>
                    <a:cubicBezTo>
                      <a:pt x="278130" y="317500"/>
                      <a:pt x="262890" y="292100"/>
                      <a:pt x="262890" y="278130"/>
                    </a:cubicBezTo>
                    <a:cubicBezTo>
                      <a:pt x="264160" y="265430"/>
                      <a:pt x="276860" y="248920"/>
                      <a:pt x="287020" y="243840"/>
                    </a:cubicBezTo>
                    <a:cubicBezTo>
                      <a:pt x="298450" y="237490"/>
                      <a:pt x="318770" y="238760"/>
                      <a:pt x="328930" y="245110"/>
                    </a:cubicBezTo>
                    <a:cubicBezTo>
                      <a:pt x="340360" y="250190"/>
                      <a:pt x="350520" y="266700"/>
                      <a:pt x="351790" y="279400"/>
                    </a:cubicBezTo>
                    <a:cubicBezTo>
                      <a:pt x="353060" y="292100"/>
                      <a:pt x="344170" y="309880"/>
                      <a:pt x="335280" y="317500"/>
                    </a:cubicBezTo>
                    <a:cubicBezTo>
                      <a:pt x="328930" y="323850"/>
                      <a:pt x="320040" y="327660"/>
                      <a:pt x="308610" y="327660"/>
                    </a:cubicBezTo>
                    <a:cubicBezTo>
                      <a:pt x="290830" y="328930"/>
                      <a:pt x="259080" y="318770"/>
                      <a:pt x="234950" y="307340"/>
                    </a:cubicBezTo>
                    <a:cubicBezTo>
                      <a:pt x="205740" y="293370"/>
                      <a:pt x="179070" y="273050"/>
                      <a:pt x="149860" y="245110"/>
                    </a:cubicBezTo>
                    <a:cubicBezTo>
                      <a:pt x="105410" y="203200"/>
                      <a:pt x="26670" y="106680"/>
                      <a:pt x="8890" y="71120"/>
                    </a:cubicBezTo>
                    <a:cubicBezTo>
                      <a:pt x="2540" y="57150"/>
                      <a:pt x="0" y="50800"/>
                      <a:pt x="1270" y="40640"/>
                    </a:cubicBezTo>
                    <a:cubicBezTo>
                      <a:pt x="2540" y="30480"/>
                      <a:pt x="8890" y="19050"/>
                      <a:pt x="16510" y="12700"/>
                    </a:cubicBezTo>
                    <a:cubicBezTo>
                      <a:pt x="22860" y="6350"/>
                      <a:pt x="35560" y="0"/>
                      <a:pt x="45720" y="1270"/>
                    </a:cubicBezTo>
                    <a:cubicBezTo>
                      <a:pt x="57150" y="1270"/>
                      <a:pt x="82550" y="20320"/>
                      <a:pt x="82550" y="2032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4989852" y="573669"/>
              <a:ext cx="494567" cy="477464"/>
              <a:chOff x="0" y="0"/>
              <a:chExt cx="440690" cy="42545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49530" y="46990"/>
                <a:ext cx="339090" cy="328930"/>
              </a:xfrm>
              <a:custGeom>
                <a:avLst/>
                <a:gdLst/>
                <a:ahLst/>
                <a:cxnLst/>
                <a:rect r="r" b="b" t="t" l="l"/>
                <a:pathLst>
                  <a:path h="328930" w="339090">
                    <a:moveTo>
                      <a:pt x="13970" y="251460"/>
                    </a:moveTo>
                    <a:cubicBezTo>
                      <a:pt x="196850" y="64770"/>
                      <a:pt x="245110" y="10160"/>
                      <a:pt x="279400" y="3810"/>
                    </a:cubicBezTo>
                    <a:cubicBezTo>
                      <a:pt x="298450" y="0"/>
                      <a:pt x="322580" y="7620"/>
                      <a:pt x="330200" y="19050"/>
                    </a:cubicBezTo>
                    <a:cubicBezTo>
                      <a:pt x="339090" y="30480"/>
                      <a:pt x="337820" y="60960"/>
                      <a:pt x="330200" y="73660"/>
                    </a:cubicBezTo>
                    <a:cubicBezTo>
                      <a:pt x="322580" y="83820"/>
                      <a:pt x="303530" y="90170"/>
                      <a:pt x="292100" y="90170"/>
                    </a:cubicBezTo>
                    <a:cubicBezTo>
                      <a:pt x="281940" y="90170"/>
                      <a:pt x="271780" y="86360"/>
                      <a:pt x="265430" y="78740"/>
                    </a:cubicBezTo>
                    <a:cubicBezTo>
                      <a:pt x="257810" y="71120"/>
                      <a:pt x="248920" y="52070"/>
                      <a:pt x="250190" y="40640"/>
                    </a:cubicBezTo>
                    <a:cubicBezTo>
                      <a:pt x="251460" y="27940"/>
                      <a:pt x="262890" y="10160"/>
                      <a:pt x="274320" y="6350"/>
                    </a:cubicBezTo>
                    <a:cubicBezTo>
                      <a:pt x="287020" y="1270"/>
                      <a:pt x="317500" y="7620"/>
                      <a:pt x="327660" y="15240"/>
                    </a:cubicBezTo>
                    <a:cubicBezTo>
                      <a:pt x="335280" y="21590"/>
                      <a:pt x="339090" y="31750"/>
                      <a:pt x="339090" y="41910"/>
                    </a:cubicBezTo>
                    <a:cubicBezTo>
                      <a:pt x="339090" y="53340"/>
                      <a:pt x="332740" y="66040"/>
                      <a:pt x="322580" y="80010"/>
                    </a:cubicBezTo>
                    <a:cubicBezTo>
                      <a:pt x="304800" y="104140"/>
                      <a:pt x="257810" y="129540"/>
                      <a:pt x="222250" y="162560"/>
                    </a:cubicBezTo>
                    <a:cubicBezTo>
                      <a:pt x="175260" y="205740"/>
                      <a:pt x="101600" y="303530"/>
                      <a:pt x="68580" y="321310"/>
                    </a:cubicBezTo>
                    <a:cubicBezTo>
                      <a:pt x="54610" y="328930"/>
                      <a:pt x="46990" y="328930"/>
                      <a:pt x="36830" y="327660"/>
                    </a:cubicBezTo>
                    <a:cubicBezTo>
                      <a:pt x="27940" y="325120"/>
                      <a:pt x="16510" y="318770"/>
                      <a:pt x="10160" y="311150"/>
                    </a:cubicBezTo>
                    <a:cubicBezTo>
                      <a:pt x="3810" y="303530"/>
                      <a:pt x="0" y="290830"/>
                      <a:pt x="1270" y="280670"/>
                    </a:cubicBezTo>
                    <a:cubicBezTo>
                      <a:pt x="1270" y="270510"/>
                      <a:pt x="13970" y="251460"/>
                      <a:pt x="13970" y="25146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5683956" y="0"/>
              <a:ext cx="779620" cy="950652"/>
              <a:chOff x="0" y="0"/>
              <a:chExt cx="694690" cy="84709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43180" y="49530"/>
                <a:ext cx="600710" cy="745490"/>
              </a:xfrm>
              <a:custGeom>
                <a:avLst/>
                <a:gdLst/>
                <a:ahLst/>
                <a:cxnLst/>
                <a:rect r="r" b="b" t="t" l="l"/>
                <a:pathLst>
                  <a:path h="745490" w="600710">
                    <a:moveTo>
                      <a:pt x="34290" y="146050"/>
                    </a:moveTo>
                    <a:cubicBezTo>
                      <a:pt x="100330" y="67310"/>
                      <a:pt x="137160" y="38100"/>
                      <a:pt x="171450" y="24130"/>
                    </a:cubicBezTo>
                    <a:cubicBezTo>
                      <a:pt x="204470" y="8890"/>
                      <a:pt x="243840" y="1270"/>
                      <a:pt x="278130" y="1270"/>
                    </a:cubicBezTo>
                    <a:cubicBezTo>
                      <a:pt x="313690" y="0"/>
                      <a:pt x="355600" y="5080"/>
                      <a:pt x="381000" y="17780"/>
                    </a:cubicBezTo>
                    <a:cubicBezTo>
                      <a:pt x="398780" y="26670"/>
                      <a:pt x="411480" y="38100"/>
                      <a:pt x="421640" y="55880"/>
                    </a:cubicBezTo>
                    <a:cubicBezTo>
                      <a:pt x="436880" y="82550"/>
                      <a:pt x="447040" y="132080"/>
                      <a:pt x="444500" y="170180"/>
                    </a:cubicBezTo>
                    <a:cubicBezTo>
                      <a:pt x="441960" y="212090"/>
                      <a:pt x="420370" y="264160"/>
                      <a:pt x="402590" y="298450"/>
                    </a:cubicBezTo>
                    <a:cubicBezTo>
                      <a:pt x="387350" y="323850"/>
                      <a:pt x="373380" y="340360"/>
                      <a:pt x="351790" y="361950"/>
                    </a:cubicBezTo>
                    <a:cubicBezTo>
                      <a:pt x="322580" y="389890"/>
                      <a:pt x="262890" y="435610"/>
                      <a:pt x="234950" y="445770"/>
                    </a:cubicBezTo>
                    <a:cubicBezTo>
                      <a:pt x="222250" y="450850"/>
                      <a:pt x="213360" y="452120"/>
                      <a:pt x="203200" y="449580"/>
                    </a:cubicBezTo>
                    <a:cubicBezTo>
                      <a:pt x="191770" y="445770"/>
                      <a:pt x="177800" y="431800"/>
                      <a:pt x="172720" y="421640"/>
                    </a:cubicBezTo>
                    <a:cubicBezTo>
                      <a:pt x="168910" y="411480"/>
                      <a:pt x="170180" y="398780"/>
                      <a:pt x="173990" y="389890"/>
                    </a:cubicBezTo>
                    <a:cubicBezTo>
                      <a:pt x="177800" y="381000"/>
                      <a:pt x="182880" y="373380"/>
                      <a:pt x="195580" y="367030"/>
                    </a:cubicBezTo>
                    <a:cubicBezTo>
                      <a:pt x="223520" y="349250"/>
                      <a:pt x="318770" y="327660"/>
                      <a:pt x="363220" y="323850"/>
                    </a:cubicBezTo>
                    <a:cubicBezTo>
                      <a:pt x="392430" y="321310"/>
                      <a:pt x="411480" y="322580"/>
                      <a:pt x="434340" y="327660"/>
                    </a:cubicBezTo>
                    <a:cubicBezTo>
                      <a:pt x="455930" y="332740"/>
                      <a:pt x="474980" y="340360"/>
                      <a:pt x="495300" y="353060"/>
                    </a:cubicBezTo>
                    <a:cubicBezTo>
                      <a:pt x="520700" y="370840"/>
                      <a:pt x="552450" y="401320"/>
                      <a:pt x="570230" y="430530"/>
                    </a:cubicBezTo>
                    <a:cubicBezTo>
                      <a:pt x="586740" y="458470"/>
                      <a:pt x="598170" y="495300"/>
                      <a:pt x="599440" y="523240"/>
                    </a:cubicBezTo>
                    <a:cubicBezTo>
                      <a:pt x="600710" y="544830"/>
                      <a:pt x="596900" y="561340"/>
                      <a:pt x="585470" y="581660"/>
                    </a:cubicBezTo>
                    <a:cubicBezTo>
                      <a:pt x="567690" y="613410"/>
                      <a:pt x="529590" y="655320"/>
                      <a:pt x="488950" y="679450"/>
                    </a:cubicBezTo>
                    <a:cubicBezTo>
                      <a:pt x="440690" y="708660"/>
                      <a:pt x="359410" y="726440"/>
                      <a:pt x="307340" y="736600"/>
                    </a:cubicBezTo>
                    <a:cubicBezTo>
                      <a:pt x="270510" y="742950"/>
                      <a:pt x="247650" y="745490"/>
                      <a:pt x="212090" y="745490"/>
                    </a:cubicBezTo>
                    <a:cubicBezTo>
                      <a:pt x="166370" y="745490"/>
                      <a:pt x="91440" y="742950"/>
                      <a:pt x="55880" y="728980"/>
                    </a:cubicBezTo>
                    <a:cubicBezTo>
                      <a:pt x="33020" y="720090"/>
                      <a:pt x="13970" y="711200"/>
                      <a:pt x="7620" y="692150"/>
                    </a:cubicBezTo>
                    <a:cubicBezTo>
                      <a:pt x="0" y="665480"/>
                      <a:pt x="26670" y="586740"/>
                      <a:pt x="48260" y="572770"/>
                    </a:cubicBezTo>
                    <a:cubicBezTo>
                      <a:pt x="63500" y="563880"/>
                      <a:pt x="91440" y="570230"/>
                      <a:pt x="101600" y="580390"/>
                    </a:cubicBezTo>
                    <a:cubicBezTo>
                      <a:pt x="111760" y="591820"/>
                      <a:pt x="114300" y="621030"/>
                      <a:pt x="107950" y="635000"/>
                    </a:cubicBezTo>
                    <a:cubicBezTo>
                      <a:pt x="102870" y="645160"/>
                      <a:pt x="85090" y="655320"/>
                      <a:pt x="73660" y="656590"/>
                    </a:cubicBezTo>
                    <a:cubicBezTo>
                      <a:pt x="60960" y="657860"/>
                      <a:pt x="43180" y="648970"/>
                      <a:pt x="35560" y="640080"/>
                    </a:cubicBezTo>
                    <a:cubicBezTo>
                      <a:pt x="27940" y="629920"/>
                      <a:pt x="24130" y="609600"/>
                      <a:pt x="27940" y="598170"/>
                    </a:cubicBezTo>
                    <a:cubicBezTo>
                      <a:pt x="31750" y="586740"/>
                      <a:pt x="46990" y="574040"/>
                      <a:pt x="57150" y="568960"/>
                    </a:cubicBezTo>
                    <a:cubicBezTo>
                      <a:pt x="66040" y="566420"/>
                      <a:pt x="77470" y="566420"/>
                      <a:pt x="86360" y="570230"/>
                    </a:cubicBezTo>
                    <a:cubicBezTo>
                      <a:pt x="96520" y="575310"/>
                      <a:pt x="111760" y="589280"/>
                      <a:pt x="113030" y="601980"/>
                    </a:cubicBezTo>
                    <a:cubicBezTo>
                      <a:pt x="115570" y="615950"/>
                      <a:pt x="85090" y="640080"/>
                      <a:pt x="91440" y="651510"/>
                    </a:cubicBezTo>
                    <a:cubicBezTo>
                      <a:pt x="105410" y="671830"/>
                      <a:pt x="227330" y="657860"/>
                      <a:pt x="287020" y="648970"/>
                    </a:cubicBezTo>
                    <a:cubicBezTo>
                      <a:pt x="340360" y="642620"/>
                      <a:pt x="397510" y="628650"/>
                      <a:pt x="435610" y="608330"/>
                    </a:cubicBezTo>
                    <a:cubicBezTo>
                      <a:pt x="463550" y="594360"/>
                      <a:pt x="488950" y="574040"/>
                      <a:pt x="501650" y="554990"/>
                    </a:cubicBezTo>
                    <a:cubicBezTo>
                      <a:pt x="510540" y="539750"/>
                      <a:pt x="515620" y="525780"/>
                      <a:pt x="514350" y="509270"/>
                    </a:cubicBezTo>
                    <a:cubicBezTo>
                      <a:pt x="513080" y="490220"/>
                      <a:pt x="500380" y="461010"/>
                      <a:pt x="485140" y="445770"/>
                    </a:cubicBezTo>
                    <a:cubicBezTo>
                      <a:pt x="471170" y="430530"/>
                      <a:pt x="448310" y="420370"/>
                      <a:pt x="426720" y="415290"/>
                    </a:cubicBezTo>
                    <a:cubicBezTo>
                      <a:pt x="401320" y="410210"/>
                      <a:pt x="374650" y="411480"/>
                      <a:pt x="344170" y="415290"/>
                    </a:cubicBezTo>
                    <a:cubicBezTo>
                      <a:pt x="304800" y="420370"/>
                      <a:pt x="243840" y="455930"/>
                      <a:pt x="213360" y="450850"/>
                    </a:cubicBezTo>
                    <a:cubicBezTo>
                      <a:pt x="195580" y="447040"/>
                      <a:pt x="177800" y="434340"/>
                      <a:pt x="172720" y="421640"/>
                    </a:cubicBezTo>
                    <a:cubicBezTo>
                      <a:pt x="167640" y="410210"/>
                      <a:pt x="170180" y="393700"/>
                      <a:pt x="179070" y="381000"/>
                    </a:cubicBezTo>
                    <a:cubicBezTo>
                      <a:pt x="193040" y="355600"/>
                      <a:pt x="257810" y="328930"/>
                      <a:pt x="283210" y="304800"/>
                    </a:cubicBezTo>
                    <a:cubicBezTo>
                      <a:pt x="300990" y="288290"/>
                      <a:pt x="311150" y="276860"/>
                      <a:pt x="322580" y="257810"/>
                    </a:cubicBezTo>
                    <a:cubicBezTo>
                      <a:pt x="336550" y="234950"/>
                      <a:pt x="351790" y="204470"/>
                      <a:pt x="355600" y="176530"/>
                    </a:cubicBezTo>
                    <a:cubicBezTo>
                      <a:pt x="359410" y="151130"/>
                      <a:pt x="363220" y="113030"/>
                      <a:pt x="350520" y="99060"/>
                    </a:cubicBezTo>
                    <a:cubicBezTo>
                      <a:pt x="339090" y="86360"/>
                      <a:pt x="308610" y="88900"/>
                      <a:pt x="287020" y="88900"/>
                    </a:cubicBezTo>
                    <a:cubicBezTo>
                      <a:pt x="264160" y="88900"/>
                      <a:pt x="241300" y="90170"/>
                      <a:pt x="219710" y="97790"/>
                    </a:cubicBezTo>
                    <a:cubicBezTo>
                      <a:pt x="194310" y="106680"/>
                      <a:pt x="168910" y="125730"/>
                      <a:pt x="146050" y="144780"/>
                    </a:cubicBezTo>
                    <a:cubicBezTo>
                      <a:pt x="121920" y="165100"/>
                      <a:pt x="100330" y="210820"/>
                      <a:pt x="78740" y="215900"/>
                    </a:cubicBezTo>
                    <a:cubicBezTo>
                      <a:pt x="63500" y="218440"/>
                      <a:pt x="39370" y="208280"/>
                      <a:pt x="33020" y="195580"/>
                    </a:cubicBezTo>
                    <a:cubicBezTo>
                      <a:pt x="25400" y="184150"/>
                      <a:pt x="34290" y="146050"/>
                      <a:pt x="34290" y="14605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53" id="53"/>
          <p:cNvGrpSpPr/>
          <p:nvPr/>
        </p:nvGrpSpPr>
        <p:grpSpPr>
          <a:xfrm rot="186971">
            <a:off x="9478489" y="4744599"/>
            <a:ext cx="3705160" cy="1875689"/>
            <a:chOff x="0" y="0"/>
            <a:chExt cx="4940213" cy="2500919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1099883"/>
              <a:ext cx="1128810" cy="1220027"/>
              <a:chOff x="0" y="0"/>
              <a:chExt cx="1005840" cy="108712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50800" y="50800"/>
                <a:ext cx="905510" cy="994410"/>
              </a:xfrm>
              <a:custGeom>
                <a:avLst/>
                <a:gdLst/>
                <a:ahLst/>
                <a:cxnLst/>
                <a:rect r="r" b="b" t="t" l="l"/>
                <a:pathLst>
                  <a:path h="994410" w="905510">
                    <a:moveTo>
                      <a:pt x="671830" y="215900"/>
                    </a:moveTo>
                    <a:cubicBezTo>
                      <a:pt x="668020" y="153670"/>
                      <a:pt x="656590" y="142240"/>
                      <a:pt x="642620" y="130810"/>
                    </a:cubicBezTo>
                    <a:cubicBezTo>
                      <a:pt x="622300" y="116840"/>
                      <a:pt x="588010" y="101600"/>
                      <a:pt x="554990" y="95250"/>
                    </a:cubicBezTo>
                    <a:cubicBezTo>
                      <a:pt x="514350" y="87630"/>
                      <a:pt x="455930" y="85090"/>
                      <a:pt x="415290" y="97790"/>
                    </a:cubicBezTo>
                    <a:cubicBezTo>
                      <a:pt x="379730" y="107950"/>
                      <a:pt x="351790" y="134620"/>
                      <a:pt x="321310" y="157480"/>
                    </a:cubicBezTo>
                    <a:cubicBezTo>
                      <a:pt x="290830" y="180340"/>
                      <a:pt x="260350" y="207010"/>
                      <a:pt x="233680" y="234950"/>
                    </a:cubicBezTo>
                    <a:cubicBezTo>
                      <a:pt x="205740" y="265430"/>
                      <a:pt x="179070" y="298450"/>
                      <a:pt x="157480" y="332740"/>
                    </a:cubicBezTo>
                    <a:cubicBezTo>
                      <a:pt x="137160" y="367030"/>
                      <a:pt x="119380" y="402590"/>
                      <a:pt x="107950" y="443230"/>
                    </a:cubicBezTo>
                    <a:cubicBezTo>
                      <a:pt x="95250" y="487680"/>
                      <a:pt x="86360" y="544830"/>
                      <a:pt x="88900" y="590550"/>
                    </a:cubicBezTo>
                    <a:cubicBezTo>
                      <a:pt x="90170" y="631190"/>
                      <a:pt x="96520" y="669290"/>
                      <a:pt x="111760" y="704850"/>
                    </a:cubicBezTo>
                    <a:cubicBezTo>
                      <a:pt x="127000" y="739140"/>
                      <a:pt x="149860" y="772160"/>
                      <a:pt x="176530" y="798830"/>
                    </a:cubicBezTo>
                    <a:cubicBezTo>
                      <a:pt x="204470" y="824230"/>
                      <a:pt x="241300" y="843280"/>
                      <a:pt x="276860" y="861060"/>
                    </a:cubicBezTo>
                    <a:cubicBezTo>
                      <a:pt x="314960" y="877570"/>
                      <a:pt x="346710" y="895350"/>
                      <a:pt x="396240" y="900430"/>
                    </a:cubicBezTo>
                    <a:cubicBezTo>
                      <a:pt x="472440" y="909320"/>
                      <a:pt x="622300" y="882650"/>
                      <a:pt x="690880" y="867410"/>
                    </a:cubicBezTo>
                    <a:cubicBezTo>
                      <a:pt x="728980" y="858520"/>
                      <a:pt x="750570" y="852170"/>
                      <a:pt x="777240" y="838200"/>
                    </a:cubicBezTo>
                    <a:cubicBezTo>
                      <a:pt x="805180" y="822960"/>
                      <a:pt x="834390" y="779780"/>
                      <a:pt x="855980" y="777240"/>
                    </a:cubicBezTo>
                    <a:cubicBezTo>
                      <a:pt x="871220" y="775970"/>
                      <a:pt x="886460" y="786130"/>
                      <a:pt x="894080" y="793750"/>
                    </a:cubicBezTo>
                    <a:cubicBezTo>
                      <a:pt x="900430" y="801370"/>
                      <a:pt x="904240" y="811530"/>
                      <a:pt x="904240" y="820420"/>
                    </a:cubicBezTo>
                    <a:cubicBezTo>
                      <a:pt x="904240" y="830580"/>
                      <a:pt x="901700" y="840740"/>
                      <a:pt x="895350" y="848360"/>
                    </a:cubicBezTo>
                    <a:cubicBezTo>
                      <a:pt x="887730" y="857250"/>
                      <a:pt x="869950" y="866140"/>
                      <a:pt x="857250" y="866140"/>
                    </a:cubicBezTo>
                    <a:cubicBezTo>
                      <a:pt x="845820" y="866140"/>
                      <a:pt x="828040" y="855980"/>
                      <a:pt x="821690" y="845820"/>
                    </a:cubicBezTo>
                    <a:cubicBezTo>
                      <a:pt x="815340" y="834390"/>
                      <a:pt x="814070" y="815340"/>
                      <a:pt x="819150" y="803910"/>
                    </a:cubicBezTo>
                    <a:cubicBezTo>
                      <a:pt x="824230" y="792480"/>
                      <a:pt x="839470" y="779780"/>
                      <a:pt x="850900" y="778510"/>
                    </a:cubicBezTo>
                    <a:cubicBezTo>
                      <a:pt x="866140" y="777240"/>
                      <a:pt x="892810" y="789940"/>
                      <a:pt x="899160" y="802640"/>
                    </a:cubicBezTo>
                    <a:cubicBezTo>
                      <a:pt x="905510" y="812800"/>
                      <a:pt x="902970" y="830580"/>
                      <a:pt x="897890" y="844550"/>
                    </a:cubicBezTo>
                    <a:cubicBezTo>
                      <a:pt x="891540" y="861060"/>
                      <a:pt x="880110" y="881380"/>
                      <a:pt x="858520" y="897890"/>
                    </a:cubicBezTo>
                    <a:cubicBezTo>
                      <a:pt x="826770" y="922020"/>
                      <a:pt x="756920" y="941070"/>
                      <a:pt x="706120" y="955040"/>
                    </a:cubicBezTo>
                    <a:cubicBezTo>
                      <a:pt x="657860" y="967740"/>
                      <a:pt x="614680" y="974090"/>
                      <a:pt x="563880" y="979170"/>
                    </a:cubicBezTo>
                    <a:cubicBezTo>
                      <a:pt x="504190" y="985520"/>
                      <a:pt x="427990" y="994410"/>
                      <a:pt x="369570" y="985520"/>
                    </a:cubicBezTo>
                    <a:cubicBezTo>
                      <a:pt x="318770" y="976630"/>
                      <a:pt x="273050" y="957580"/>
                      <a:pt x="228600" y="934720"/>
                    </a:cubicBezTo>
                    <a:cubicBezTo>
                      <a:pt x="184150" y="913130"/>
                      <a:pt x="138430" y="885190"/>
                      <a:pt x="104140" y="849630"/>
                    </a:cubicBezTo>
                    <a:cubicBezTo>
                      <a:pt x="71120" y="814070"/>
                      <a:pt x="43180" y="768350"/>
                      <a:pt x="25400" y="723900"/>
                    </a:cubicBezTo>
                    <a:cubicBezTo>
                      <a:pt x="8890" y="678180"/>
                      <a:pt x="1270" y="629920"/>
                      <a:pt x="0" y="579120"/>
                    </a:cubicBezTo>
                    <a:cubicBezTo>
                      <a:pt x="0" y="524510"/>
                      <a:pt x="11430" y="458470"/>
                      <a:pt x="27940" y="406400"/>
                    </a:cubicBezTo>
                    <a:cubicBezTo>
                      <a:pt x="41910" y="359410"/>
                      <a:pt x="63500" y="317500"/>
                      <a:pt x="87630" y="278130"/>
                    </a:cubicBezTo>
                    <a:cubicBezTo>
                      <a:pt x="111760" y="238760"/>
                      <a:pt x="143510" y="201930"/>
                      <a:pt x="175260" y="168910"/>
                    </a:cubicBezTo>
                    <a:cubicBezTo>
                      <a:pt x="205740" y="135890"/>
                      <a:pt x="238760" y="107950"/>
                      <a:pt x="275590" y="81280"/>
                    </a:cubicBezTo>
                    <a:cubicBezTo>
                      <a:pt x="314960" y="54610"/>
                      <a:pt x="361950" y="22860"/>
                      <a:pt x="402590" y="10160"/>
                    </a:cubicBezTo>
                    <a:cubicBezTo>
                      <a:pt x="434340" y="0"/>
                      <a:pt x="464820" y="0"/>
                      <a:pt x="495300" y="0"/>
                    </a:cubicBezTo>
                    <a:cubicBezTo>
                      <a:pt x="525780" y="1270"/>
                      <a:pt x="554990" y="3810"/>
                      <a:pt x="586740" y="12700"/>
                    </a:cubicBezTo>
                    <a:cubicBezTo>
                      <a:pt x="623570" y="22860"/>
                      <a:pt x="674370" y="44450"/>
                      <a:pt x="702310" y="66040"/>
                    </a:cubicBezTo>
                    <a:cubicBezTo>
                      <a:pt x="725170" y="82550"/>
                      <a:pt x="741680" y="97790"/>
                      <a:pt x="750570" y="120650"/>
                    </a:cubicBezTo>
                    <a:cubicBezTo>
                      <a:pt x="763270" y="148590"/>
                      <a:pt x="765810" y="203200"/>
                      <a:pt x="759460" y="226060"/>
                    </a:cubicBezTo>
                    <a:cubicBezTo>
                      <a:pt x="756920" y="238760"/>
                      <a:pt x="750570" y="246380"/>
                      <a:pt x="741680" y="251460"/>
                    </a:cubicBezTo>
                    <a:cubicBezTo>
                      <a:pt x="734060" y="257810"/>
                      <a:pt x="721360" y="260350"/>
                      <a:pt x="711200" y="259080"/>
                    </a:cubicBezTo>
                    <a:cubicBezTo>
                      <a:pt x="702310" y="257810"/>
                      <a:pt x="689610" y="252730"/>
                      <a:pt x="683260" y="245110"/>
                    </a:cubicBezTo>
                    <a:cubicBezTo>
                      <a:pt x="676910" y="237490"/>
                      <a:pt x="671830" y="215900"/>
                      <a:pt x="671830" y="21590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1061822" y="605316"/>
              <a:ext cx="547302" cy="752540"/>
              <a:chOff x="0" y="0"/>
              <a:chExt cx="487680" cy="67056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40640" y="44450"/>
                <a:ext cx="397510" cy="577850"/>
              </a:xfrm>
              <a:custGeom>
                <a:avLst/>
                <a:gdLst/>
                <a:ahLst/>
                <a:cxnLst/>
                <a:rect r="r" b="b" t="t" l="l"/>
                <a:pathLst>
                  <a:path h="577850" w="397510">
                    <a:moveTo>
                      <a:pt x="99060" y="195580"/>
                    </a:moveTo>
                    <a:cubicBezTo>
                      <a:pt x="118110" y="497840"/>
                      <a:pt x="114300" y="509270"/>
                      <a:pt x="104140" y="516890"/>
                    </a:cubicBezTo>
                    <a:cubicBezTo>
                      <a:pt x="93980" y="523240"/>
                      <a:pt x="74930" y="527050"/>
                      <a:pt x="63500" y="521970"/>
                    </a:cubicBezTo>
                    <a:cubicBezTo>
                      <a:pt x="52070" y="518160"/>
                      <a:pt x="41910" y="509270"/>
                      <a:pt x="35560" y="492760"/>
                    </a:cubicBezTo>
                    <a:cubicBezTo>
                      <a:pt x="17780" y="449580"/>
                      <a:pt x="26670" y="289560"/>
                      <a:pt x="33020" y="233680"/>
                    </a:cubicBezTo>
                    <a:cubicBezTo>
                      <a:pt x="36830" y="207010"/>
                      <a:pt x="39370" y="196850"/>
                      <a:pt x="49530" y="173990"/>
                    </a:cubicBezTo>
                    <a:cubicBezTo>
                      <a:pt x="62230" y="142240"/>
                      <a:pt x="88900" y="90170"/>
                      <a:pt x="114300" y="62230"/>
                    </a:cubicBezTo>
                    <a:cubicBezTo>
                      <a:pt x="134620" y="39370"/>
                      <a:pt x="157480" y="20320"/>
                      <a:pt x="184150" y="10160"/>
                    </a:cubicBezTo>
                    <a:cubicBezTo>
                      <a:pt x="209550" y="1270"/>
                      <a:pt x="246380" y="0"/>
                      <a:pt x="269240" y="6350"/>
                    </a:cubicBezTo>
                    <a:cubicBezTo>
                      <a:pt x="287020" y="11430"/>
                      <a:pt x="302260" y="21590"/>
                      <a:pt x="312420" y="38100"/>
                    </a:cubicBezTo>
                    <a:cubicBezTo>
                      <a:pt x="328930" y="66040"/>
                      <a:pt x="330200" y="118110"/>
                      <a:pt x="334010" y="171450"/>
                    </a:cubicBezTo>
                    <a:cubicBezTo>
                      <a:pt x="340360" y="255270"/>
                      <a:pt x="306070" y="462280"/>
                      <a:pt x="334010" y="491490"/>
                    </a:cubicBezTo>
                    <a:cubicBezTo>
                      <a:pt x="342900" y="501650"/>
                      <a:pt x="363220" y="487680"/>
                      <a:pt x="373380" y="492760"/>
                    </a:cubicBezTo>
                    <a:cubicBezTo>
                      <a:pt x="383540" y="499110"/>
                      <a:pt x="394970" y="515620"/>
                      <a:pt x="396240" y="528320"/>
                    </a:cubicBezTo>
                    <a:cubicBezTo>
                      <a:pt x="396240" y="539750"/>
                      <a:pt x="388620" y="558800"/>
                      <a:pt x="379730" y="566420"/>
                    </a:cubicBezTo>
                    <a:cubicBezTo>
                      <a:pt x="369570" y="574040"/>
                      <a:pt x="350520" y="577850"/>
                      <a:pt x="339090" y="574040"/>
                    </a:cubicBezTo>
                    <a:cubicBezTo>
                      <a:pt x="326390" y="570230"/>
                      <a:pt x="312420" y="556260"/>
                      <a:pt x="308610" y="544830"/>
                    </a:cubicBezTo>
                    <a:cubicBezTo>
                      <a:pt x="304800" y="533400"/>
                      <a:pt x="308610" y="513080"/>
                      <a:pt x="316230" y="504190"/>
                    </a:cubicBezTo>
                    <a:cubicBezTo>
                      <a:pt x="323850" y="494030"/>
                      <a:pt x="342900" y="486410"/>
                      <a:pt x="355600" y="487680"/>
                    </a:cubicBezTo>
                    <a:cubicBezTo>
                      <a:pt x="367030" y="488950"/>
                      <a:pt x="383540" y="499110"/>
                      <a:pt x="389890" y="509270"/>
                    </a:cubicBezTo>
                    <a:cubicBezTo>
                      <a:pt x="396240" y="520700"/>
                      <a:pt x="397510" y="541020"/>
                      <a:pt x="391160" y="551180"/>
                    </a:cubicBezTo>
                    <a:cubicBezTo>
                      <a:pt x="383540" y="563880"/>
                      <a:pt x="360680" y="575310"/>
                      <a:pt x="342900" y="575310"/>
                    </a:cubicBezTo>
                    <a:cubicBezTo>
                      <a:pt x="321310" y="576580"/>
                      <a:pt x="285750" y="558800"/>
                      <a:pt x="269240" y="543560"/>
                    </a:cubicBezTo>
                    <a:cubicBezTo>
                      <a:pt x="257810" y="532130"/>
                      <a:pt x="254000" y="524510"/>
                      <a:pt x="247650" y="501650"/>
                    </a:cubicBezTo>
                    <a:cubicBezTo>
                      <a:pt x="231140" y="436880"/>
                      <a:pt x="273050" y="114300"/>
                      <a:pt x="238760" y="91440"/>
                    </a:cubicBezTo>
                    <a:cubicBezTo>
                      <a:pt x="224790" y="83820"/>
                      <a:pt x="201930" y="100330"/>
                      <a:pt x="185420" y="114300"/>
                    </a:cubicBezTo>
                    <a:cubicBezTo>
                      <a:pt x="161290" y="137160"/>
                      <a:pt x="134620" y="185420"/>
                      <a:pt x="121920" y="234950"/>
                    </a:cubicBezTo>
                    <a:cubicBezTo>
                      <a:pt x="104140" y="304800"/>
                      <a:pt x="138430" y="459740"/>
                      <a:pt x="118110" y="500380"/>
                    </a:cubicBezTo>
                    <a:cubicBezTo>
                      <a:pt x="109220" y="515620"/>
                      <a:pt x="96520" y="523240"/>
                      <a:pt x="83820" y="524510"/>
                    </a:cubicBezTo>
                    <a:cubicBezTo>
                      <a:pt x="72390" y="525780"/>
                      <a:pt x="55880" y="524510"/>
                      <a:pt x="45720" y="510540"/>
                    </a:cubicBezTo>
                    <a:cubicBezTo>
                      <a:pt x="15240" y="473710"/>
                      <a:pt x="0" y="238760"/>
                      <a:pt x="10160" y="191770"/>
                    </a:cubicBezTo>
                    <a:cubicBezTo>
                      <a:pt x="13970" y="176530"/>
                      <a:pt x="19050" y="170180"/>
                      <a:pt x="26670" y="163830"/>
                    </a:cubicBezTo>
                    <a:cubicBezTo>
                      <a:pt x="34290" y="158750"/>
                      <a:pt x="46990" y="153670"/>
                      <a:pt x="55880" y="154940"/>
                    </a:cubicBezTo>
                    <a:cubicBezTo>
                      <a:pt x="66040" y="154940"/>
                      <a:pt x="77470" y="160020"/>
                      <a:pt x="85090" y="166370"/>
                    </a:cubicBezTo>
                    <a:cubicBezTo>
                      <a:pt x="92710" y="173990"/>
                      <a:pt x="99060" y="195580"/>
                      <a:pt x="99060" y="19558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8" id="58"/>
            <p:cNvGrpSpPr/>
            <p:nvPr/>
          </p:nvGrpSpPr>
          <p:grpSpPr>
            <a:xfrm rot="0">
              <a:off x="1141637" y="1789712"/>
              <a:ext cx="987709" cy="711207"/>
              <a:chOff x="0" y="0"/>
              <a:chExt cx="880110" cy="63373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48260" y="44450"/>
                <a:ext cx="783590" cy="539750"/>
              </a:xfrm>
              <a:custGeom>
                <a:avLst/>
                <a:gdLst/>
                <a:ahLst/>
                <a:cxnLst/>
                <a:rect r="r" b="b" t="t" l="l"/>
                <a:pathLst>
                  <a:path h="539750" w="783590">
                    <a:moveTo>
                      <a:pt x="90170" y="298450"/>
                    </a:moveTo>
                    <a:cubicBezTo>
                      <a:pt x="135890" y="499110"/>
                      <a:pt x="137160" y="506730"/>
                      <a:pt x="130810" y="515620"/>
                    </a:cubicBezTo>
                    <a:cubicBezTo>
                      <a:pt x="123190" y="525780"/>
                      <a:pt x="99060" y="539750"/>
                      <a:pt x="86360" y="538480"/>
                    </a:cubicBezTo>
                    <a:cubicBezTo>
                      <a:pt x="72390" y="535940"/>
                      <a:pt x="57150" y="524510"/>
                      <a:pt x="48260" y="504190"/>
                    </a:cubicBezTo>
                    <a:cubicBezTo>
                      <a:pt x="27940" y="453390"/>
                      <a:pt x="45720" y="246380"/>
                      <a:pt x="57150" y="182880"/>
                    </a:cubicBezTo>
                    <a:cubicBezTo>
                      <a:pt x="62230" y="156210"/>
                      <a:pt x="64770" y="143510"/>
                      <a:pt x="76200" y="125730"/>
                    </a:cubicBezTo>
                    <a:cubicBezTo>
                      <a:pt x="90170" y="105410"/>
                      <a:pt x="115570" y="74930"/>
                      <a:pt x="138430" y="71120"/>
                    </a:cubicBezTo>
                    <a:cubicBezTo>
                      <a:pt x="162560" y="67310"/>
                      <a:pt x="196850" y="85090"/>
                      <a:pt x="219710" y="107950"/>
                    </a:cubicBezTo>
                    <a:cubicBezTo>
                      <a:pt x="254000" y="143510"/>
                      <a:pt x="281940" y="236220"/>
                      <a:pt x="297180" y="288290"/>
                    </a:cubicBezTo>
                    <a:cubicBezTo>
                      <a:pt x="308610" y="326390"/>
                      <a:pt x="318770" y="364490"/>
                      <a:pt x="313690" y="388620"/>
                    </a:cubicBezTo>
                    <a:cubicBezTo>
                      <a:pt x="311150" y="403860"/>
                      <a:pt x="304800" y="417830"/>
                      <a:pt x="294640" y="424180"/>
                    </a:cubicBezTo>
                    <a:cubicBezTo>
                      <a:pt x="283210" y="430530"/>
                      <a:pt x="264160" y="433070"/>
                      <a:pt x="252730" y="427990"/>
                    </a:cubicBezTo>
                    <a:cubicBezTo>
                      <a:pt x="241300" y="422910"/>
                      <a:pt x="231140" y="412750"/>
                      <a:pt x="226060" y="396240"/>
                    </a:cubicBezTo>
                    <a:cubicBezTo>
                      <a:pt x="214630" y="358140"/>
                      <a:pt x="232410" y="240030"/>
                      <a:pt x="252730" y="180340"/>
                    </a:cubicBezTo>
                    <a:cubicBezTo>
                      <a:pt x="269240" y="133350"/>
                      <a:pt x="294640" y="91440"/>
                      <a:pt x="321310" y="64770"/>
                    </a:cubicBezTo>
                    <a:cubicBezTo>
                      <a:pt x="341630" y="43180"/>
                      <a:pt x="363220" y="30480"/>
                      <a:pt x="387350" y="20320"/>
                    </a:cubicBezTo>
                    <a:cubicBezTo>
                      <a:pt x="415290" y="10160"/>
                      <a:pt x="455930" y="0"/>
                      <a:pt x="478790" y="6350"/>
                    </a:cubicBezTo>
                    <a:cubicBezTo>
                      <a:pt x="496570" y="11430"/>
                      <a:pt x="510540" y="25400"/>
                      <a:pt x="520700" y="41910"/>
                    </a:cubicBezTo>
                    <a:cubicBezTo>
                      <a:pt x="530860" y="59690"/>
                      <a:pt x="534670" y="83820"/>
                      <a:pt x="537210" y="110490"/>
                    </a:cubicBezTo>
                    <a:cubicBezTo>
                      <a:pt x="541020" y="147320"/>
                      <a:pt x="528320" y="207010"/>
                      <a:pt x="532130" y="241300"/>
                    </a:cubicBezTo>
                    <a:cubicBezTo>
                      <a:pt x="534670" y="265430"/>
                      <a:pt x="537210" y="285750"/>
                      <a:pt x="549910" y="300990"/>
                    </a:cubicBezTo>
                    <a:cubicBezTo>
                      <a:pt x="563880" y="317500"/>
                      <a:pt x="586740" y="328930"/>
                      <a:pt x="612140" y="332740"/>
                    </a:cubicBezTo>
                    <a:cubicBezTo>
                      <a:pt x="646430" y="339090"/>
                      <a:pt x="709930" y="303530"/>
                      <a:pt x="739140" y="312420"/>
                    </a:cubicBezTo>
                    <a:cubicBezTo>
                      <a:pt x="758190" y="317500"/>
                      <a:pt x="775970" y="332740"/>
                      <a:pt x="779780" y="346710"/>
                    </a:cubicBezTo>
                    <a:cubicBezTo>
                      <a:pt x="783590" y="359410"/>
                      <a:pt x="777240" y="378460"/>
                      <a:pt x="768350" y="387350"/>
                    </a:cubicBezTo>
                    <a:cubicBezTo>
                      <a:pt x="758190" y="396240"/>
                      <a:pt x="727710" y="401320"/>
                      <a:pt x="715010" y="394970"/>
                    </a:cubicBezTo>
                    <a:cubicBezTo>
                      <a:pt x="703580" y="389890"/>
                      <a:pt x="693420" y="373380"/>
                      <a:pt x="692150" y="360680"/>
                    </a:cubicBezTo>
                    <a:cubicBezTo>
                      <a:pt x="690880" y="347980"/>
                      <a:pt x="697230" y="328930"/>
                      <a:pt x="707390" y="322580"/>
                    </a:cubicBezTo>
                    <a:cubicBezTo>
                      <a:pt x="718820" y="313690"/>
                      <a:pt x="749300" y="311150"/>
                      <a:pt x="762000" y="320040"/>
                    </a:cubicBezTo>
                    <a:cubicBezTo>
                      <a:pt x="773430" y="327660"/>
                      <a:pt x="782320" y="356870"/>
                      <a:pt x="778510" y="370840"/>
                    </a:cubicBezTo>
                    <a:cubicBezTo>
                      <a:pt x="774700" y="382270"/>
                      <a:pt x="762000" y="391160"/>
                      <a:pt x="748030" y="398780"/>
                    </a:cubicBezTo>
                    <a:cubicBezTo>
                      <a:pt x="726440" y="410210"/>
                      <a:pt x="684530" y="419100"/>
                      <a:pt x="655320" y="421640"/>
                    </a:cubicBezTo>
                    <a:cubicBezTo>
                      <a:pt x="629920" y="424180"/>
                      <a:pt x="605790" y="422910"/>
                      <a:pt x="581660" y="416560"/>
                    </a:cubicBezTo>
                    <a:cubicBezTo>
                      <a:pt x="554990" y="410210"/>
                      <a:pt x="524510" y="397510"/>
                      <a:pt x="504190" y="381000"/>
                    </a:cubicBezTo>
                    <a:cubicBezTo>
                      <a:pt x="486410" y="367030"/>
                      <a:pt x="474980" y="347980"/>
                      <a:pt x="464820" y="326390"/>
                    </a:cubicBezTo>
                    <a:cubicBezTo>
                      <a:pt x="453390" y="302260"/>
                      <a:pt x="448310" y="273050"/>
                      <a:pt x="443230" y="240030"/>
                    </a:cubicBezTo>
                    <a:cubicBezTo>
                      <a:pt x="436880" y="199390"/>
                      <a:pt x="449580" y="106680"/>
                      <a:pt x="433070" y="97790"/>
                    </a:cubicBezTo>
                    <a:cubicBezTo>
                      <a:pt x="422910" y="91440"/>
                      <a:pt x="403860" y="106680"/>
                      <a:pt x="391160" y="119380"/>
                    </a:cubicBezTo>
                    <a:cubicBezTo>
                      <a:pt x="372110" y="135890"/>
                      <a:pt x="351790" y="166370"/>
                      <a:pt x="339090" y="201930"/>
                    </a:cubicBezTo>
                    <a:cubicBezTo>
                      <a:pt x="320040" y="254000"/>
                      <a:pt x="326390" y="377190"/>
                      <a:pt x="308610" y="408940"/>
                    </a:cubicBezTo>
                    <a:cubicBezTo>
                      <a:pt x="302260" y="421640"/>
                      <a:pt x="293370" y="425450"/>
                      <a:pt x="284480" y="429260"/>
                    </a:cubicBezTo>
                    <a:cubicBezTo>
                      <a:pt x="275590" y="431800"/>
                      <a:pt x="261620" y="433070"/>
                      <a:pt x="252730" y="427990"/>
                    </a:cubicBezTo>
                    <a:cubicBezTo>
                      <a:pt x="242570" y="422910"/>
                      <a:pt x="234950" y="414020"/>
                      <a:pt x="226060" y="396240"/>
                    </a:cubicBezTo>
                    <a:cubicBezTo>
                      <a:pt x="204470" y="354330"/>
                      <a:pt x="181610" y="148590"/>
                      <a:pt x="165100" y="148590"/>
                    </a:cubicBezTo>
                    <a:cubicBezTo>
                      <a:pt x="154940" y="148590"/>
                      <a:pt x="144780" y="208280"/>
                      <a:pt x="138430" y="250190"/>
                    </a:cubicBezTo>
                    <a:cubicBezTo>
                      <a:pt x="129540" y="316230"/>
                      <a:pt x="148590" y="466090"/>
                      <a:pt x="134620" y="505460"/>
                    </a:cubicBezTo>
                    <a:cubicBezTo>
                      <a:pt x="130810" y="519430"/>
                      <a:pt x="124460" y="525780"/>
                      <a:pt x="116840" y="530860"/>
                    </a:cubicBezTo>
                    <a:cubicBezTo>
                      <a:pt x="107950" y="537210"/>
                      <a:pt x="96520" y="539750"/>
                      <a:pt x="86360" y="538480"/>
                    </a:cubicBezTo>
                    <a:cubicBezTo>
                      <a:pt x="74930" y="535940"/>
                      <a:pt x="62230" y="528320"/>
                      <a:pt x="52070" y="514350"/>
                    </a:cubicBezTo>
                    <a:cubicBezTo>
                      <a:pt x="29210" y="480060"/>
                      <a:pt x="0" y="345440"/>
                      <a:pt x="2540" y="307340"/>
                    </a:cubicBezTo>
                    <a:cubicBezTo>
                      <a:pt x="3810" y="293370"/>
                      <a:pt x="7620" y="285750"/>
                      <a:pt x="13970" y="278130"/>
                    </a:cubicBezTo>
                    <a:cubicBezTo>
                      <a:pt x="20320" y="271780"/>
                      <a:pt x="33020" y="265430"/>
                      <a:pt x="41910" y="264160"/>
                    </a:cubicBezTo>
                    <a:cubicBezTo>
                      <a:pt x="52070" y="262890"/>
                      <a:pt x="64770" y="266700"/>
                      <a:pt x="72390" y="273050"/>
                    </a:cubicBezTo>
                    <a:cubicBezTo>
                      <a:pt x="81280" y="278130"/>
                      <a:pt x="90170" y="298450"/>
                      <a:pt x="90170" y="29845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0" id="60"/>
            <p:cNvGrpSpPr/>
            <p:nvPr/>
          </p:nvGrpSpPr>
          <p:grpSpPr>
            <a:xfrm rot="0">
              <a:off x="2276148" y="1172572"/>
              <a:ext cx="507394" cy="280777"/>
              <a:chOff x="0" y="0"/>
              <a:chExt cx="452120" cy="25019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49530" y="48260"/>
                <a:ext cx="353060" cy="154940"/>
              </a:xfrm>
              <a:custGeom>
                <a:avLst/>
                <a:gdLst/>
                <a:ahLst/>
                <a:cxnLst/>
                <a:rect r="r" b="b" t="t" l="l"/>
                <a:pathLst>
                  <a:path h="154940" w="353060">
                    <a:moveTo>
                      <a:pt x="45720" y="60960"/>
                    </a:moveTo>
                    <a:cubicBezTo>
                      <a:pt x="160020" y="54610"/>
                      <a:pt x="267970" y="3810"/>
                      <a:pt x="302260" y="2540"/>
                    </a:cubicBezTo>
                    <a:cubicBezTo>
                      <a:pt x="316230" y="1270"/>
                      <a:pt x="322580" y="2540"/>
                      <a:pt x="330200" y="8890"/>
                    </a:cubicBezTo>
                    <a:cubicBezTo>
                      <a:pt x="339090" y="15240"/>
                      <a:pt x="351790" y="31750"/>
                      <a:pt x="350520" y="44450"/>
                    </a:cubicBezTo>
                    <a:cubicBezTo>
                      <a:pt x="350520" y="58420"/>
                      <a:pt x="334010" y="82550"/>
                      <a:pt x="320040" y="88900"/>
                    </a:cubicBezTo>
                    <a:cubicBezTo>
                      <a:pt x="308610" y="92710"/>
                      <a:pt x="289560" y="88900"/>
                      <a:pt x="279400" y="81280"/>
                    </a:cubicBezTo>
                    <a:cubicBezTo>
                      <a:pt x="269240" y="73660"/>
                      <a:pt x="260350" y="55880"/>
                      <a:pt x="262890" y="43180"/>
                    </a:cubicBezTo>
                    <a:cubicBezTo>
                      <a:pt x="264160" y="29210"/>
                      <a:pt x="283210" y="5080"/>
                      <a:pt x="297180" y="2540"/>
                    </a:cubicBezTo>
                    <a:cubicBezTo>
                      <a:pt x="311150" y="0"/>
                      <a:pt x="337820" y="15240"/>
                      <a:pt x="346710" y="25400"/>
                    </a:cubicBezTo>
                    <a:cubicBezTo>
                      <a:pt x="351790" y="33020"/>
                      <a:pt x="353060" y="44450"/>
                      <a:pt x="350520" y="53340"/>
                    </a:cubicBezTo>
                    <a:cubicBezTo>
                      <a:pt x="347980" y="64770"/>
                      <a:pt x="340360" y="76200"/>
                      <a:pt x="325120" y="86360"/>
                    </a:cubicBezTo>
                    <a:cubicBezTo>
                      <a:pt x="289560" y="110490"/>
                      <a:pt x="166370" y="142240"/>
                      <a:pt x="114300" y="149860"/>
                    </a:cubicBezTo>
                    <a:cubicBezTo>
                      <a:pt x="85090" y="154940"/>
                      <a:pt x="63500" y="153670"/>
                      <a:pt x="45720" y="149860"/>
                    </a:cubicBezTo>
                    <a:cubicBezTo>
                      <a:pt x="33020" y="147320"/>
                      <a:pt x="22860" y="146050"/>
                      <a:pt x="15240" y="138430"/>
                    </a:cubicBezTo>
                    <a:cubicBezTo>
                      <a:pt x="7620" y="130810"/>
                      <a:pt x="0" y="111760"/>
                      <a:pt x="1270" y="100330"/>
                    </a:cubicBezTo>
                    <a:cubicBezTo>
                      <a:pt x="1270" y="90170"/>
                      <a:pt x="8890" y="78740"/>
                      <a:pt x="15240" y="72390"/>
                    </a:cubicBezTo>
                    <a:cubicBezTo>
                      <a:pt x="22860" y="66040"/>
                      <a:pt x="45720" y="60960"/>
                      <a:pt x="45720" y="6096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2" id="62"/>
            <p:cNvGrpSpPr/>
            <p:nvPr/>
          </p:nvGrpSpPr>
          <p:grpSpPr>
            <a:xfrm rot="0">
              <a:off x="2301803" y="1457625"/>
              <a:ext cx="467487" cy="233743"/>
              <a:chOff x="0" y="0"/>
              <a:chExt cx="416560" cy="20828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49530" y="46990"/>
                <a:ext cx="316230" cy="128270"/>
              </a:xfrm>
              <a:custGeom>
                <a:avLst/>
                <a:gdLst/>
                <a:ahLst/>
                <a:cxnLst/>
                <a:rect r="r" b="b" t="t" l="l"/>
                <a:pathLst>
                  <a:path h="128270" w="316230">
                    <a:moveTo>
                      <a:pt x="39370" y="22860"/>
                    </a:moveTo>
                    <a:cubicBezTo>
                      <a:pt x="224790" y="2540"/>
                      <a:pt x="262890" y="0"/>
                      <a:pt x="284480" y="12700"/>
                    </a:cubicBezTo>
                    <a:cubicBezTo>
                      <a:pt x="300990" y="21590"/>
                      <a:pt x="316230" y="41910"/>
                      <a:pt x="316230" y="55880"/>
                    </a:cubicBezTo>
                    <a:cubicBezTo>
                      <a:pt x="316230" y="69850"/>
                      <a:pt x="294640" y="92710"/>
                      <a:pt x="283210" y="97790"/>
                    </a:cubicBezTo>
                    <a:cubicBezTo>
                      <a:pt x="274320" y="101600"/>
                      <a:pt x="262890" y="100330"/>
                      <a:pt x="255270" y="96520"/>
                    </a:cubicBezTo>
                    <a:cubicBezTo>
                      <a:pt x="243840" y="90170"/>
                      <a:pt x="231140" y="74930"/>
                      <a:pt x="228600" y="63500"/>
                    </a:cubicBezTo>
                    <a:cubicBezTo>
                      <a:pt x="226060" y="54610"/>
                      <a:pt x="227330" y="43180"/>
                      <a:pt x="232410" y="35560"/>
                    </a:cubicBezTo>
                    <a:cubicBezTo>
                      <a:pt x="237490" y="25400"/>
                      <a:pt x="254000" y="13970"/>
                      <a:pt x="265430" y="11430"/>
                    </a:cubicBezTo>
                    <a:cubicBezTo>
                      <a:pt x="275590" y="8890"/>
                      <a:pt x="285750" y="11430"/>
                      <a:pt x="293370" y="16510"/>
                    </a:cubicBezTo>
                    <a:cubicBezTo>
                      <a:pt x="303530" y="22860"/>
                      <a:pt x="316230" y="39370"/>
                      <a:pt x="316230" y="50800"/>
                    </a:cubicBezTo>
                    <a:cubicBezTo>
                      <a:pt x="316230" y="64770"/>
                      <a:pt x="306070" y="86360"/>
                      <a:pt x="287020" y="96520"/>
                    </a:cubicBezTo>
                    <a:cubicBezTo>
                      <a:pt x="246380" y="120650"/>
                      <a:pt x="73660" y="128270"/>
                      <a:pt x="31750" y="109220"/>
                    </a:cubicBezTo>
                    <a:cubicBezTo>
                      <a:pt x="12700" y="100330"/>
                      <a:pt x="3810" y="81280"/>
                      <a:pt x="1270" y="68580"/>
                    </a:cubicBezTo>
                    <a:cubicBezTo>
                      <a:pt x="0" y="58420"/>
                      <a:pt x="5080" y="45720"/>
                      <a:pt x="11430" y="38100"/>
                    </a:cubicBezTo>
                    <a:cubicBezTo>
                      <a:pt x="17780" y="30480"/>
                      <a:pt x="39370" y="22860"/>
                      <a:pt x="39370" y="2286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4" id="64"/>
            <p:cNvGrpSpPr/>
            <p:nvPr/>
          </p:nvGrpSpPr>
          <p:grpSpPr>
            <a:xfrm rot="182967">
              <a:off x="3213915" y="495280"/>
              <a:ext cx="571531" cy="1401035"/>
              <a:chOff x="0" y="0"/>
              <a:chExt cx="509270" cy="124841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39370" y="50800"/>
                <a:ext cx="422910" cy="1148080"/>
              </a:xfrm>
              <a:custGeom>
                <a:avLst/>
                <a:gdLst/>
                <a:ahLst/>
                <a:cxnLst/>
                <a:rect r="r" b="b" t="t" l="l"/>
                <a:pathLst>
                  <a:path h="1148080" w="422910">
                    <a:moveTo>
                      <a:pt x="153670" y="67310"/>
                    </a:moveTo>
                    <a:cubicBezTo>
                      <a:pt x="102870" y="189230"/>
                      <a:pt x="104140" y="196850"/>
                      <a:pt x="102870" y="223520"/>
                    </a:cubicBezTo>
                    <a:cubicBezTo>
                      <a:pt x="99060" y="300990"/>
                      <a:pt x="85090" y="549910"/>
                      <a:pt x="111760" y="669290"/>
                    </a:cubicBezTo>
                    <a:cubicBezTo>
                      <a:pt x="130810" y="754380"/>
                      <a:pt x="175260" y="825500"/>
                      <a:pt x="204470" y="880110"/>
                    </a:cubicBezTo>
                    <a:cubicBezTo>
                      <a:pt x="223520" y="916940"/>
                      <a:pt x="236220" y="943610"/>
                      <a:pt x="259080" y="970280"/>
                    </a:cubicBezTo>
                    <a:cubicBezTo>
                      <a:pt x="281940" y="998220"/>
                      <a:pt x="313690" y="1023620"/>
                      <a:pt x="341630" y="1041400"/>
                    </a:cubicBezTo>
                    <a:cubicBezTo>
                      <a:pt x="364490" y="1056640"/>
                      <a:pt x="400050" y="1057910"/>
                      <a:pt x="411480" y="1074420"/>
                    </a:cubicBezTo>
                    <a:cubicBezTo>
                      <a:pt x="420370" y="1087120"/>
                      <a:pt x="421640" y="1112520"/>
                      <a:pt x="415290" y="1125220"/>
                    </a:cubicBezTo>
                    <a:cubicBezTo>
                      <a:pt x="410210" y="1135380"/>
                      <a:pt x="392430" y="1145540"/>
                      <a:pt x="379730" y="1146810"/>
                    </a:cubicBezTo>
                    <a:cubicBezTo>
                      <a:pt x="368300" y="1148080"/>
                      <a:pt x="347980" y="1141730"/>
                      <a:pt x="341630" y="1130300"/>
                    </a:cubicBezTo>
                    <a:cubicBezTo>
                      <a:pt x="335280" y="1116330"/>
                      <a:pt x="341630" y="1074420"/>
                      <a:pt x="353060" y="1064260"/>
                    </a:cubicBezTo>
                    <a:cubicBezTo>
                      <a:pt x="361950" y="1056640"/>
                      <a:pt x="384810" y="1057910"/>
                      <a:pt x="394970" y="1061720"/>
                    </a:cubicBezTo>
                    <a:cubicBezTo>
                      <a:pt x="403860" y="1065530"/>
                      <a:pt x="411480" y="1073150"/>
                      <a:pt x="415290" y="1080770"/>
                    </a:cubicBezTo>
                    <a:cubicBezTo>
                      <a:pt x="420370" y="1092200"/>
                      <a:pt x="422910" y="1112520"/>
                      <a:pt x="416560" y="1122680"/>
                    </a:cubicBezTo>
                    <a:cubicBezTo>
                      <a:pt x="408940" y="1135380"/>
                      <a:pt x="382270" y="1148080"/>
                      <a:pt x="367030" y="1145540"/>
                    </a:cubicBezTo>
                    <a:cubicBezTo>
                      <a:pt x="355600" y="1144270"/>
                      <a:pt x="340360" y="1130300"/>
                      <a:pt x="335280" y="1118870"/>
                    </a:cubicBezTo>
                    <a:cubicBezTo>
                      <a:pt x="331470" y="1107440"/>
                      <a:pt x="332740" y="1088390"/>
                      <a:pt x="340360" y="1078230"/>
                    </a:cubicBezTo>
                    <a:cubicBezTo>
                      <a:pt x="346710" y="1068070"/>
                      <a:pt x="364490" y="1059180"/>
                      <a:pt x="375920" y="1057910"/>
                    </a:cubicBezTo>
                    <a:cubicBezTo>
                      <a:pt x="386080" y="1056640"/>
                      <a:pt x="396240" y="1060450"/>
                      <a:pt x="403860" y="1066800"/>
                    </a:cubicBezTo>
                    <a:cubicBezTo>
                      <a:pt x="412750" y="1076960"/>
                      <a:pt x="416560" y="1118870"/>
                      <a:pt x="417830" y="1118870"/>
                    </a:cubicBezTo>
                    <a:cubicBezTo>
                      <a:pt x="419100" y="1118870"/>
                      <a:pt x="411480" y="1074420"/>
                      <a:pt x="411480" y="1074420"/>
                    </a:cubicBezTo>
                    <a:cubicBezTo>
                      <a:pt x="410210" y="1074420"/>
                      <a:pt x="421640" y="1112520"/>
                      <a:pt x="415290" y="1125220"/>
                    </a:cubicBezTo>
                    <a:cubicBezTo>
                      <a:pt x="407670" y="1136650"/>
                      <a:pt x="387350" y="1145540"/>
                      <a:pt x="369570" y="1146810"/>
                    </a:cubicBezTo>
                    <a:cubicBezTo>
                      <a:pt x="344170" y="1146810"/>
                      <a:pt x="309880" y="1125220"/>
                      <a:pt x="280670" y="1107440"/>
                    </a:cubicBezTo>
                    <a:cubicBezTo>
                      <a:pt x="247650" y="1085850"/>
                      <a:pt x="217170" y="1061720"/>
                      <a:pt x="185420" y="1019810"/>
                    </a:cubicBezTo>
                    <a:cubicBezTo>
                      <a:pt x="135890" y="953770"/>
                      <a:pt x="67310" y="817880"/>
                      <a:pt x="39370" y="722630"/>
                    </a:cubicBezTo>
                    <a:cubicBezTo>
                      <a:pt x="16510" y="643890"/>
                      <a:pt x="15240" y="576580"/>
                      <a:pt x="11430" y="494030"/>
                    </a:cubicBezTo>
                    <a:cubicBezTo>
                      <a:pt x="6350" y="397510"/>
                      <a:pt x="0" y="262890"/>
                      <a:pt x="17780" y="175260"/>
                    </a:cubicBezTo>
                    <a:cubicBezTo>
                      <a:pt x="30480" y="110490"/>
                      <a:pt x="60960" y="36830"/>
                      <a:pt x="83820" y="12700"/>
                    </a:cubicBezTo>
                    <a:cubicBezTo>
                      <a:pt x="92710" y="2540"/>
                      <a:pt x="102870" y="0"/>
                      <a:pt x="111760" y="0"/>
                    </a:cubicBezTo>
                    <a:cubicBezTo>
                      <a:pt x="121920" y="0"/>
                      <a:pt x="134620" y="3810"/>
                      <a:pt x="142240" y="8890"/>
                    </a:cubicBezTo>
                    <a:cubicBezTo>
                      <a:pt x="149860" y="15240"/>
                      <a:pt x="157480" y="26670"/>
                      <a:pt x="158750" y="36830"/>
                    </a:cubicBezTo>
                    <a:cubicBezTo>
                      <a:pt x="161290" y="45720"/>
                      <a:pt x="153670" y="67310"/>
                      <a:pt x="153670" y="6731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6" id="66"/>
            <p:cNvGrpSpPr/>
            <p:nvPr/>
          </p:nvGrpSpPr>
          <p:grpSpPr>
            <a:xfrm rot="182967">
              <a:off x="3471122" y="18583"/>
              <a:ext cx="718334" cy="739712"/>
              <a:chOff x="0" y="0"/>
              <a:chExt cx="640080" cy="65913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49530" y="49530"/>
                <a:ext cx="544830" cy="561340"/>
              </a:xfrm>
              <a:custGeom>
                <a:avLst/>
                <a:gdLst/>
                <a:ahLst/>
                <a:cxnLst/>
                <a:rect r="r" b="b" t="t" l="l"/>
                <a:pathLst>
                  <a:path h="561340" w="544830">
                    <a:moveTo>
                      <a:pt x="86360" y="170180"/>
                    </a:moveTo>
                    <a:cubicBezTo>
                      <a:pt x="177800" y="487680"/>
                      <a:pt x="149860" y="495300"/>
                      <a:pt x="138430" y="486410"/>
                    </a:cubicBezTo>
                    <a:cubicBezTo>
                      <a:pt x="109220" y="466090"/>
                      <a:pt x="110490" y="266700"/>
                      <a:pt x="119380" y="186690"/>
                    </a:cubicBezTo>
                    <a:cubicBezTo>
                      <a:pt x="127000" y="130810"/>
                      <a:pt x="142240" y="78740"/>
                      <a:pt x="163830" y="49530"/>
                    </a:cubicBezTo>
                    <a:cubicBezTo>
                      <a:pt x="177800" y="27940"/>
                      <a:pt x="199390" y="16510"/>
                      <a:pt x="218440" y="8890"/>
                    </a:cubicBezTo>
                    <a:cubicBezTo>
                      <a:pt x="233680" y="2540"/>
                      <a:pt x="248920" y="0"/>
                      <a:pt x="265430" y="1270"/>
                    </a:cubicBezTo>
                    <a:cubicBezTo>
                      <a:pt x="287020" y="3810"/>
                      <a:pt x="318770" y="17780"/>
                      <a:pt x="337820" y="30480"/>
                    </a:cubicBezTo>
                    <a:cubicBezTo>
                      <a:pt x="351790" y="40640"/>
                      <a:pt x="361950" y="48260"/>
                      <a:pt x="370840" y="68580"/>
                    </a:cubicBezTo>
                    <a:cubicBezTo>
                      <a:pt x="389890" y="109220"/>
                      <a:pt x="391160" y="229870"/>
                      <a:pt x="405130" y="280670"/>
                    </a:cubicBezTo>
                    <a:cubicBezTo>
                      <a:pt x="412750" y="309880"/>
                      <a:pt x="415290" y="327660"/>
                      <a:pt x="431800" y="346710"/>
                    </a:cubicBezTo>
                    <a:cubicBezTo>
                      <a:pt x="454660" y="373380"/>
                      <a:pt x="529590" y="386080"/>
                      <a:pt x="538480" y="410210"/>
                    </a:cubicBezTo>
                    <a:cubicBezTo>
                      <a:pt x="544830" y="426720"/>
                      <a:pt x="533400" y="452120"/>
                      <a:pt x="523240" y="462280"/>
                    </a:cubicBezTo>
                    <a:cubicBezTo>
                      <a:pt x="513080" y="469900"/>
                      <a:pt x="492760" y="471170"/>
                      <a:pt x="481330" y="467360"/>
                    </a:cubicBezTo>
                    <a:cubicBezTo>
                      <a:pt x="469900" y="463550"/>
                      <a:pt x="457200" y="448310"/>
                      <a:pt x="453390" y="436880"/>
                    </a:cubicBezTo>
                    <a:cubicBezTo>
                      <a:pt x="450850" y="424180"/>
                      <a:pt x="455930" y="405130"/>
                      <a:pt x="463550" y="396240"/>
                    </a:cubicBezTo>
                    <a:cubicBezTo>
                      <a:pt x="472440" y="387350"/>
                      <a:pt x="491490" y="379730"/>
                      <a:pt x="502920" y="381000"/>
                    </a:cubicBezTo>
                    <a:cubicBezTo>
                      <a:pt x="515620" y="383540"/>
                      <a:pt x="532130" y="394970"/>
                      <a:pt x="537210" y="406400"/>
                    </a:cubicBezTo>
                    <a:cubicBezTo>
                      <a:pt x="542290" y="416560"/>
                      <a:pt x="542290" y="436880"/>
                      <a:pt x="535940" y="447040"/>
                    </a:cubicBezTo>
                    <a:cubicBezTo>
                      <a:pt x="529590" y="458470"/>
                      <a:pt x="515620" y="468630"/>
                      <a:pt x="500380" y="469900"/>
                    </a:cubicBezTo>
                    <a:cubicBezTo>
                      <a:pt x="473710" y="472440"/>
                      <a:pt x="412750" y="447040"/>
                      <a:pt x="382270" y="419100"/>
                    </a:cubicBezTo>
                    <a:cubicBezTo>
                      <a:pt x="350520" y="388620"/>
                      <a:pt x="330200" y="339090"/>
                      <a:pt x="316230" y="292100"/>
                    </a:cubicBezTo>
                    <a:cubicBezTo>
                      <a:pt x="302260" y="241300"/>
                      <a:pt x="321310" y="154940"/>
                      <a:pt x="300990" y="121920"/>
                    </a:cubicBezTo>
                    <a:cubicBezTo>
                      <a:pt x="288290" y="101600"/>
                      <a:pt x="260350" y="82550"/>
                      <a:pt x="245110" y="87630"/>
                    </a:cubicBezTo>
                    <a:cubicBezTo>
                      <a:pt x="227330" y="93980"/>
                      <a:pt x="215900" y="143510"/>
                      <a:pt x="208280" y="186690"/>
                    </a:cubicBezTo>
                    <a:cubicBezTo>
                      <a:pt x="196850" y="260350"/>
                      <a:pt x="237490" y="433070"/>
                      <a:pt x="218440" y="495300"/>
                    </a:cubicBezTo>
                    <a:cubicBezTo>
                      <a:pt x="208280" y="527050"/>
                      <a:pt x="189230" y="556260"/>
                      <a:pt x="170180" y="558800"/>
                    </a:cubicBezTo>
                    <a:cubicBezTo>
                      <a:pt x="151130" y="561340"/>
                      <a:pt x="124460" y="539750"/>
                      <a:pt x="104140" y="511810"/>
                    </a:cubicBezTo>
                    <a:cubicBezTo>
                      <a:pt x="63500" y="455930"/>
                      <a:pt x="3810" y="245110"/>
                      <a:pt x="1270" y="194310"/>
                    </a:cubicBezTo>
                    <a:cubicBezTo>
                      <a:pt x="0" y="179070"/>
                      <a:pt x="2540" y="171450"/>
                      <a:pt x="7620" y="163830"/>
                    </a:cubicBezTo>
                    <a:cubicBezTo>
                      <a:pt x="12700" y="154940"/>
                      <a:pt x="24130" y="147320"/>
                      <a:pt x="33020" y="144780"/>
                    </a:cubicBezTo>
                    <a:cubicBezTo>
                      <a:pt x="43180" y="142240"/>
                      <a:pt x="55880" y="143510"/>
                      <a:pt x="64770" y="147320"/>
                    </a:cubicBezTo>
                    <a:cubicBezTo>
                      <a:pt x="73660" y="152400"/>
                      <a:pt x="86360" y="170180"/>
                      <a:pt x="86360" y="17018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8" id="68"/>
            <p:cNvGrpSpPr/>
            <p:nvPr/>
          </p:nvGrpSpPr>
          <p:grpSpPr>
            <a:xfrm rot="182967">
              <a:off x="3854962" y="1294447"/>
              <a:ext cx="800999" cy="819527"/>
              <a:chOff x="0" y="0"/>
              <a:chExt cx="713740" cy="73025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48260" y="46990"/>
                <a:ext cx="614680" cy="633730"/>
              </a:xfrm>
              <a:custGeom>
                <a:avLst/>
                <a:gdLst/>
                <a:ahLst/>
                <a:cxnLst/>
                <a:rect r="r" b="b" t="t" l="l"/>
                <a:pathLst>
                  <a:path h="633730" w="614680">
                    <a:moveTo>
                      <a:pt x="90170" y="313690"/>
                    </a:moveTo>
                    <a:cubicBezTo>
                      <a:pt x="168910" y="596900"/>
                      <a:pt x="167640" y="604520"/>
                      <a:pt x="161290" y="613410"/>
                    </a:cubicBezTo>
                    <a:cubicBezTo>
                      <a:pt x="152400" y="622300"/>
                      <a:pt x="128270" y="633730"/>
                      <a:pt x="114300" y="632460"/>
                    </a:cubicBezTo>
                    <a:cubicBezTo>
                      <a:pt x="101600" y="629920"/>
                      <a:pt x="91440" y="622300"/>
                      <a:pt x="82550" y="605790"/>
                    </a:cubicBezTo>
                    <a:cubicBezTo>
                      <a:pt x="57150" y="557530"/>
                      <a:pt x="40640" y="355600"/>
                      <a:pt x="40640" y="271780"/>
                    </a:cubicBezTo>
                    <a:cubicBezTo>
                      <a:pt x="41910" y="220980"/>
                      <a:pt x="45720" y="180340"/>
                      <a:pt x="58420" y="148590"/>
                    </a:cubicBezTo>
                    <a:cubicBezTo>
                      <a:pt x="68580" y="124460"/>
                      <a:pt x="82550" y="105410"/>
                      <a:pt x="100330" y="91440"/>
                    </a:cubicBezTo>
                    <a:cubicBezTo>
                      <a:pt x="118110" y="78740"/>
                      <a:pt x="146050" y="68580"/>
                      <a:pt x="166370" y="69850"/>
                    </a:cubicBezTo>
                    <a:cubicBezTo>
                      <a:pt x="182880" y="71120"/>
                      <a:pt x="196850" y="74930"/>
                      <a:pt x="212090" y="88900"/>
                    </a:cubicBezTo>
                    <a:cubicBezTo>
                      <a:pt x="245110" y="118110"/>
                      <a:pt x="287020" y="212090"/>
                      <a:pt x="311150" y="273050"/>
                    </a:cubicBezTo>
                    <a:cubicBezTo>
                      <a:pt x="334010" y="328930"/>
                      <a:pt x="351790" y="400050"/>
                      <a:pt x="359410" y="438150"/>
                    </a:cubicBezTo>
                    <a:cubicBezTo>
                      <a:pt x="363220" y="457200"/>
                      <a:pt x="365760" y="468630"/>
                      <a:pt x="363220" y="481330"/>
                    </a:cubicBezTo>
                    <a:cubicBezTo>
                      <a:pt x="361950" y="492760"/>
                      <a:pt x="356870" y="502920"/>
                      <a:pt x="349250" y="509270"/>
                    </a:cubicBezTo>
                    <a:cubicBezTo>
                      <a:pt x="339090" y="516890"/>
                      <a:pt x="320040" y="523240"/>
                      <a:pt x="308610" y="519430"/>
                    </a:cubicBezTo>
                    <a:cubicBezTo>
                      <a:pt x="295910" y="514350"/>
                      <a:pt x="275590" y="494030"/>
                      <a:pt x="275590" y="480060"/>
                    </a:cubicBezTo>
                    <a:cubicBezTo>
                      <a:pt x="275590" y="467360"/>
                      <a:pt x="302260" y="461010"/>
                      <a:pt x="306070" y="441960"/>
                    </a:cubicBezTo>
                    <a:cubicBezTo>
                      <a:pt x="316230" y="400050"/>
                      <a:pt x="264160" y="289560"/>
                      <a:pt x="260350" y="226060"/>
                    </a:cubicBezTo>
                    <a:cubicBezTo>
                      <a:pt x="256540" y="176530"/>
                      <a:pt x="262890" y="123190"/>
                      <a:pt x="271780" y="91440"/>
                    </a:cubicBezTo>
                    <a:cubicBezTo>
                      <a:pt x="276860" y="72390"/>
                      <a:pt x="284480" y="60960"/>
                      <a:pt x="294640" y="48260"/>
                    </a:cubicBezTo>
                    <a:cubicBezTo>
                      <a:pt x="304800" y="35560"/>
                      <a:pt x="317500" y="22860"/>
                      <a:pt x="334010" y="16510"/>
                    </a:cubicBezTo>
                    <a:cubicBezTo>
                      <a:pt x="354330" y="6350"/>
                      <a:pt x="392430" y="0"/>
                      <a:pt x="412750" y="3810"/>
                    </a:cubicBezTo>
                    <a:cubicBezTo>
                      <a:pt x="427990" y="7620"/>
                      <a:pt x="436880" y="15240"/>
                      <a:pt x="449580" y="31750"/>
                    </a:cubicBezTo>
                    <a:cubicBezTo>
                      <a:pt x="482600" y="73660"/>
                      <a:pt x="530860" y="242570"/>
                      <a:pt x="563880" y="300990"/>
                    </a:cubicBezTo>
                    <a:cubicBezTo>
                      <a:pt x="581660" y="332740"/>
                      <a:pt x="608330" y="346710"/>
                      <a:pt x="612140" y="368300"/>
                    </a:cubicBezTo>
                    <a:cubicBezTo>
                      <a:pt x="614680" y="384810"/>
                      <a:pt x="607060" y="410210"/>
                      <a:pt x="595630" y="419100"/>
                    </a:cubicBezTo>
                    <a:cubicBezTo>
                      <a:pt x="586740" y="426720"/>
                      <a:pt x="565150" y="427990"/>
                      <a:pt x="554990" y="424180"/>
                    </a:cubicBezTo>
                    <a:cubicBezTo>
                      <a:pt x="546100" y="421640"/>
                      <a:pt x="537210" y="415290"/>
                      <a:pt x="532130" y="406400"/>
                    </a:cubicBezTo>
                    <a:cubicBezTo>
                      <a:pt x="527050" y="396240"/>
                      <a:pt x="524510" y="377190"/>
                      <a:pt x="529590" y="365760"/>
                    </a:cubicBezTo>
                    <a:cubicBezTo>
                      <a:pt x="534670" y="354330"/>
                      <a:pt x="549910" y="341630"/>
                      <a:pt x="561340" y="339090"/>
                    </a:cubicBezTo>
                    <a:cubicBezTo>
                      <a:pt x="574040" y="336550"/>
                      <a:pt x="593090" y="344170"/>
                      <a:pt x="601980" y="351790"/>
                    </a:cubicBezTo>
                    <a:cubicBezTo>
                      <a:pt x="608330" y="358140"/>
                      <a:pt x="614680" y="367030"/>
                      <a:pt x="614680" y="377190"/>
                    </a:cubicBezTo>
                    <a:cubicBezTo>
                      <a:pt x="613410" y="389890"/>
                      <a:pt x="600710" y="417830"/>
                      <a:pt x="588010" y="424180"/>
                    </a:cubicBezTo>
                    <a:cubicBezTo>
                      <a:pt x="574040" y="429260"/>
                      <a:pt x="551180" y="422910"/>
                      <a:pt x="535940" y="411480"/>
                    </a:cubicBezTo>
                    <a:cubicBezTo>
                      <a:pt x="509270" y="392430"/>
                      <a:pt x="487680" y="337820"/>
                      <a:pt x="467360" y="295910"/>
                    </a:cubicBezTo>
                    <a:cubicBezTo>
                      <a:pt x="444500" y="251460"/>
                      <a:pt x="429260" y="185420"/>
                      <a:pt x="408940" y="148590"/>
                    </a:cubicBezTo>
                    <a:cubicBezTo>
                      <a:pt x="396240" y="125730"/>
                      <a:pt x="378460" y="92710"/>
                      <a:pt x="369570" y="95250"/>
                    </a:cubicBezTo>
                    <a:cubicBezTo>
                      <a:pt x="355600" y="97790"/>
                      <a:pt x="347980" y="166370"/>
                      <a:pt x="346710" y="209550"/>
                    </a:cubicBezTo>
                    <a:cubicBezTo>
                      <a:pt x="346710" y="265430"/>
                      <a:pt x="381000" y="345440"/>
                      <a:pt x="379730" y="398780"/>
                    </a:cubicBezTo>
                    <a:cubicBezTo>
                      <a:pt x="378460" y="438150"/>
                      <a:pt x="369570" y="482600"/>
                      <a:pt x="355600" y="501650"/>
                    </a:cubicBezTo>
                    <a:cubicBezTo>
                      <a:pt x="349250" y="511810"/>
                      <a:pt x="339090" y="516890"/>
                      <a:pt x="330200" y="519430"/>
                    </a:cubicBezTo>
                    <a:cubicBezTo>
                      <a:pt x="320040" y="521970"/>
                      <a:pt x="307340" y="519430"/>
                      <a:pt x="298450" y="514350"/>
                    </a:cubicBezTo>
                    <a:cubicBezTo>
                      <a:pt x="289560" y="510540"/>
                      <a:pt x="284480" y="504190"/>
                      <a:pt x="278130" y="491490"/>
                    </a:cubicBezTo>
                    <a:cubicBezTo>
                      <a:pt x="259080" y="455930"/>
                      <a:pt x="236220" y="317500"/>
                      <a:pt x="214630" y="271780"/>
                    </a:cubicBezTo>
                    <a:cubicBezTo>
                      <a:pt x="204470" y="247650"/>
                      <a:pt x="189230" y="241300"/>
                      <a:pt x="181610" y="222250"/>
                    </a:cubicBezTo>
                    <a:cubicBezTo>
                      <a:pt x="171450" y="201930"/>
                      <a:pt x="172720" y="153670"/>
                      <a:pt x="163830" y="152400"/>
                    </a:cubicBezTo>
                    <a:cubicBezTo>
                      <a:pt x="156210" y="151130"/>
                      <a:pt x="143510" y="173990"/>
                      <a:pt x="137160" y="189230"/>
                    </a:cubicBezTo>
                    <a:cubicBezTo>
                      <a:pt x="129540" y="209550"/>
                      <a:pt x="129540" y="231140"/>
                      <a:pt x="129540" y="265430"/>
                    </a:cubicBezTo>
                    <a:cubicBezTo>
                      <a:pt x="130810" y="336550"/>
                      <a:pt x="180340" y="539750"/>
                      <a:pt x="167640" y="593090"/>
                    </a:cubicBezTo>
                    <a:cubicBezTo>
                      <a:pt x="163830" y="610870"/>
                      <a:pt x="154940" y="621030"/>
                      <a:pt x="146050" y="627380"/>
                    </a:cubicBezTo>
                    <a:cubicBezTo>
                      <a:pt x="137160" y="632460"/>
                      <a:pt x="124460" y="633730"/>
                      <a:pt x="114300" y="632460"/>
                    </a:cubicBezTo>
                    <a:cubicBezTo>
                      <a:pt x="105410" y="629920"/>
                      <a:pt x="96520" y="624840"/>
                      <a:pt x="87630" y="614680"/>
                    </a:cubicBezTo>
                    <a:cubicBezTo>
                      <a:pt x="73660" y="596900"/>
                      <a:pt x="63500" y="558800"/>
                      <a:pt x="52070" y="521970"/>
                    </a:cubicBezTo>
                    <a:cubicBezTo>
                      <a:pt x="35560" y="468630"/>
                      <a:pt x="0" y="359410"/>
                      <a:pt x="2540" y="322580"/>
                    </a:cubicBezTo>
                    <a:cubicBezTo>
                      <a:pt x="3810" y="308610"/>
                      <a:pt x="7620" y="300990"/>
                      <a:pt x="13970" y="293370"/>
                    </a:cubicBezTo>
                    <a:cubicBezTo>
                      <a:pt x="21590" y="285750"/>
                      <a:pt x="33020" y="280670"/>
                      <a:pt x="43180" y="279400"/>
                    </a:cubicBezTo>
                    <a:cubicBezTo>
                      <a:pt x="52070" y="278130"/>
                      <a:pt x="64770" y="281940"/>
                      <a:pt x="73660" y="287020"/>
                    </a:cubicBezTo>
                    <a:cubicBezTo>
                      <a:pt x="81280" y="293370"/>
                      <a:pt x="90170" y="313690"/>
                      <a:pt x="90170" y="31369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0" id="70"/>
            <p:cNvGrpSpPr/>
            <p:nvPr/>
          </p:nvGrpSpPr>
          <p:grpSpPr>
            <a:xfrm rot="182967">
              <a:off x="4238545" y="111321"/>
              <a:ext cx="662748" cy="1480850"/>
              <a:chOff x="0" y="0"/>
              <a:chExt cx="590550" cy="131953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45720" y="50800"/>
                <a:ext cx="49784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497840">
                    <a:moveTo>
                      <a:pt x="53340" y="0"/>
                    </a:moveTo>
                    <a:cubicBezTo>
                      <a:pt x="190500" y="67310"/>
                      <a:pt x="238760" y="124460"/>
                      <a:pt x="273050" y="175260"/>
                    </a:cubicBezTo>
                    <a:cubicBezTo>
                      <a:pt x="307340" y="224790"/>
                      <a:pt x="331470" y="279400"/>
                      <a:pt x="355600" y="339090"/>
                    </a:cubicBezTo>
                    <a:cubicBezTo>
                      <a:pt x="383540" y="403860"/>
                      <a:pt x="408940" y="472440"/>
                      <a:pt x="427990" y="552450"/>
                    </a:cubicBezTo>
                    <a:cubicBezTo>
                      <a:pt x="452120" y="650240"/>
                      <a:pt x="466090" y="783590"/>
                      <a:pt x="477520" y="883920"/>
                    </a:cubicBezTo>
                    <a:cubicBezTo>
                      <a:pt x="486410" y="965200"/>
                      <a:pt x="497840" y="1051560"/>
                      <a:pt x="494030" y="1108710"/>
                    </a:cubicBezTo>
                    <a:cubicBezTo>
                      <a:pt x="491490" y="1144270"/>
                      <a:pt x="486410" y="1177290"/>
                      <a:pt x="477520" y="1195070"/>
                    </a:cubicBezTo>
                    <a:cubicBezTo>
                      <a:pt x="471170" y="1205230"/>
                      <a:pt x="464820" y="1211580"/>
                      <a:pt x="455930" y="1214120"/>
                    </a:cubicBezTo>
                    <a:cubicBezTo>
                      <a:pt x="443230" y="1217930"/>
                      <a:pt x="412750" y="1212850"/>
                      <a:pt x="403860" y="1201420"/>
                    </a:cubicBezTo>
                    <a:cubicBezTo>
                      <a:pt x="394970" y="1191260"/>
                      <a:pt x="394970" y="1160780"/>
                      <a:pt x="401320" y="1148080"/>
                    </a:cubicBezTo>
                    <a:cubicBezTo>
                      <a:pt x="407670" y="1137920"/>
                      <a:pt x="426720" y="1129030"/>
                      <a:pt x="439420" y="1129030"/>
                    </a:cubicBezTo>
                    <a:cubicBezTo>
                      <a:pt x="450850" y="1130300"/>
                      <a:pt x="468630" y="1139190"/>
                      <a:pt x="474980" y="1149350"/>
                    </a:cubicBezTo>
                    <a:cubicBezTo>
                      <a:pt x="482600" y="1159510"/>
                      <a:pt x="485140" y="1179830"/>
                      <a:pt x="478790" y="1191260"/>
                    </a:cubicBezTo>
                    <a:cubicBezTo>
                      <a:pt x="472440" y="1203960"/>
                      <a:pt x="447040" y="1219200"/>
                      <a:pt x="431800" y="1217930"/>
                    </a:cubicBezTo>
                    <a:cubicBezTo>
                      <a:pt x="417830" y="1216660"/>
                      <a:pt x="402590" y="1200150"/>
                      <a:pt x="393700" y="1179830"/>
                    </a:cubicBezTo>
                    <a:cubicBezTo>
                      <a:pt x="379730" y="1143000"/>
                      <a:pt x="403860" y="1068070"/>
                      <a:pt x="400050" y="994410"/>
                    </a:cubicBezTo>
                    <a:cubicBezTo>
                      <a:pt x="394970" y="885190"/>
                      <a:pt x="373380" y="699770"/>
                      <a:pt x="346710" y="588010"/>
                    </a:cubicBezTo>
                    <a:cubicBezTo>
                      <a:pt x="327660" y="504190"/>
                      <a:pt x="302260" y="440690"/>
                      <a:pt x="275590" y="377190"/>
                    </a:cubicBezTo>
                    <a:cubicBezTo>
                      <a:pt x="252730" y="321310"/>
                      <a:pt x="232410" y="271780"/>
                      <a:pt x="199390" y="224790"/>
                    </a:cubicBezTo>
                    <a:cubicBezTo>
                      <a:pt x="166370" y="177800"/>
                      <a:pt x="113030" y="114300"/>
                      <a:pt x="78740" y="95250"/>
                    </a:cubicBezTo>
                    <a:cubicBezTo>
                      <a:pt x="59690" y="85090"/>
                      <a:pt x="40640" y="91440"/>
                      <a:pt x="27940" y="85090"/>
                    </a:cubicBezTo>
                    <a:cubicBezTo>
                      <a:pt x="17780" y="80010"/>
                      <a:pt x="8890" y="72390"/>
                      <a:pt x="5080" y="63500"/>
                    </a:cubicBezTo>
                    <a:cubicBezTo>
                      <a:pt x="1270" y="52070"/>
                      <a:pt x="0" y="31750"/>
                      <a:pt x="7620" y="21590"/>
                    </a:cubicBezTo>
                    <a:cubicBezTo>
                      <a:pt x="15240" y="10160"/>
                      <a:pt x="53340" y="0"/>
                      <a:pt x="53340" y="0"/>
                    </a:cubicBezTo>
                  </a:path>
                </a:pathLst>
              </a:custGeom>
              <a:solidFill>
                <a:srgbClr val="FFFFFF">
                  <a:alpha val="19608"/>
                </a:srgbClr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Freeform 72" id="72"/>
          <p:cNvSpPr/>
          <p:nvPr/>
        </p:nvSpPr>
        <p:spPr>
          <a:xfrm flipH="false" flipV="false" rot="0">
            <a:off x="10596045" y="2148377"/>
            <a:ext cx="10311541" cy="8138623"/>
          </a:xfrm>
          <a:custGeom>
            <a:avLst/>
            <a:gdLst/>
            <a:ahLst/>
            <a:cxnLst/>
            <a:rect r="r" b="b" t="t" l="l"/>
            <a:pathLst>
              <a:path h="8138623" w="10311541">
                <a:moveTo>
                  <a:pt x="0" y="0"/>
                </a:moveTo>
                <a:lnTo>
                  <a:pt x="10311540" y="0"/>
                </a:lnTo>
                <a:lnTo>
                  <a:pt x="10311540" y="8138623"/>
                </a:lnTo>
                <a:lnTo>
                  <a:pt x="0" y="8138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12" t="0" r="-19408" b="0"/>
            </a:stretch>
          </a:blipFill>
        </p:spPr>
      </p:sp>
      <p:sp>
        <p:nvSpPr>
          <p:cNvPr name="Freeform 73" id="73"/>
          <p:cNvSpPr/>
          <p:nvPr/>
        </p:nvSpPr>
        <p:spPr>
          <a:xfrm flipH="true" flipV="false" rot="0">
            <a:off x="8994215" y="750540"/>
            <a:ext cx="4189433" cy="2356556"/>
          </a:xfrm>
          <a:custGeom>
            <a:avLst/>
            <a:gdLst/>
            <a:ahLst/>
            <a:cxnLst/>
            <a:rect r="r" b="b" t="t" l="l"/>
            <a:pathLst>
              <a:path h="2356556" w="4189433">
                <a:moveTo>
                  <a:pt x="4189433" y="0"/>
                </a:moveTo>
                <a:lnTo>
                  <a:pt x="0" y="0"/>
                </a:lnTo>
                <a:lnTo>
                  <a:pt x="0" y="2356555"/>
                </a:lnTo>
                <a:lnTo>
                  <a:pt x="4189433" y="2356555"/>
                </a:lnTo>
                <a:lnTo>
                  <a:pt x="41894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9284018" y="1416368"/>
            <a:ext cx="216217" cy="423862"/>
            <a:chOff x="0" y="0"/>
            <a:chExt cx="288290" cy="5651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48260" y="50800"/>
              <a:ext cx="212090" cy="463550"/>
            </a:xfrm>
            <a:custGeom>
              <a:avLst/>
              <a:gdLst/>
              <a:ahLst/>
              <a:cxnLst/>
              <a:rect r="r" b="b" t="t" l="l"/>
              <a:pathLst>
                <a:path h="463550" w="212090">
                  <a:moveTo>
                    <a:pt x="5080" y="237490"/>
                  </a:moveTo>
                  <a:cubicBezTo>
                    <a:pt x="156210" y="1270"/>
                    <a:pt x="167640" y="0"/>
                    <a:pt x="176530" y="7620"/>
                  </a:cubicBezTo>
                  <a:cubicBezTo>
                    <a:pt x="208280" y="38100"/>
                    <a:pt x="212090" y="402590"/>
                    <a:pt x="189230" y="447040"/>
                  </a:cubicBezTo>
                  <a:cubicBezTo>
                    <a:pt x="182880" y="458470"/>
                    <a:pt x="171450" y="463550"/>
                    <a:pt x="165100" y="462280"/>
                  </a:cubicBezTo>
                  <a:cubicBezTo>
                    <a:pt x="160020" y="462280"/>
                    <a:pt x="149860" y="450850"/>
                    <a:pt x="151130" y="444500"/>
                  </a:cubicBezTo>
                  <a:cubicBezTo>
                    <a:pt x="151130" y="438150"/>
                    <a:pt x="170180" y="424180"/>
                    <a:pt x="176530" y="426720"/>
                  </a:cubicBezTo>
                  <a:cubicBezTo>
                    <a:pt x="181610" y="427990"/>
                    <a:pt x="187960" y="452120"/>
                    <a:pt x="184150" y="457200"/>
                  </a:cubicBezTo>
                  <a:cubicBezTo>
                    <a:pt x="180340" y="461010"/>
                    <a:pt x="160020" y="459740"/>
                    <a:pt x="152400" y="453390"/>
                  </a:cubicBezTo>
                  <a:cubicBezTo>
                    <a:pt x="140970" y="441960"/>
                    <a:pt x="142240" y="411480"/>
                    <a:pt x="139700" y="375920"/>
                  </a:cubicBezTo>
                  <a:cubicBezTo>
                    <a:pt x="133350" y="299720"/>
                    <a:pt x="123190" y="49530"/>
                    <a:pt x="142240" y="12700"/>
                  </a:cubicBezTo>
                  <a:cubicBezTo>
                    <a:pt x="147320" y="3810"/>
                    <a:pt x="154940" y="0"/>
                    <a:pt x="160020" y="0"/>
                  </a:cubicBezTo>
                  <a:cubicBezTo>
                    <a:pt x="165100" y="0"/>
                    <a:pt x="173990" y="2540"/>
                    <a:pt x="176530" y="7620"/>
                  </a:cubicBezTo>
                  <a:cubicBezTo>
                    <a:pt x="180340" y="20320"/>
                    <a:pt x="162560" y="55880"/>
                    <a:pt x="148590" y="85090"/>
                  </a:cubicBezTo>
                  <a:cubicBezTo>
                    <a:pt x="128270" y="128270"/>
                    <a:pt x="81280" y="201930"/>
                    <a:pt x="55880" y="233680"/>
                  </a:cubicBezTo>
                  <a:cubicBezTo>
                    <a:pt x="41910" y="250190"/>
                    <a:pt x="29210" y="266700"/>
                    <a:pt x="19050" y="267970"/>
                  </a:cubicBezTo>
                  <a:cubicBezTo>
                    <a:pt x="12700" y="267970"/>
                    <a:pt x="3810" y="260350"/>
                    <a:pt x="2540" y="254000"/>
                  </a:cubicBezTo>
                  <a:cubicBezTo>
                    <a:pt x="0" y="250190"/>
                    <a:pt x="5080" y="237490"/>
                    <a:pt x="5080" y="2374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602152" y="1484948"/>
            <a:ext cx="104775" cy="260033"/>
            <a:chOff x="0" y="0"/>
            <a:chExt cx="139700" cy="34671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36830" y="50800"/>
              <a:ext cx="53340" cy="246380"/>
            </a:xfrm>
            <a:custGeom>
              <a:avLst/>
              <a:gdLst/>
              <a:ahLst/>
              <a:cxnLst/>
              <a:rect r="r" b="b" t="t" l="l"/>
              <a:pathLst>
                <a:path h="246380" w="53340">
                  <a:moveTo>
                    <a:pt x="52070" y="19050"/>
                  </a:moveTo>
                  <a:cubicBezTo>
                    <a:pt x="48260" y="237490"/>
                    <a:pt x="41910" y="245110"/>
                    <a:pt x="35560" y="245110"/>
                  </a:cubicBezTo>
                  <a:cubicBezTo>
                    <a:pt x="29210" y="245110"/>
                    <a:pt x="13970" y="226060"/>
                    <a:pt x="15240" y="219710"/>
                  </a:cubicBezTo>
                  <a:cubicBezTo>
                    <a:pt x="17780" y="214630"/>
                    <a:pt x="41910" y="208280"/>
                    <a:pt x="45720" y="212090"/>
                  </a:cubicBezTo>
                  <a:cubicBezTo>
                    <a:pt x="50800" y="215900"/>
                    <a:pt x="46990" y="240030"/>
                    <a:pt x="41910" y="242570"/>
                  </a:cubicBezTo>
                  <a:cubicBezTo>
                    <a:pt x="36830" y="245110"/>
                    <a:pt x="15240" y="234950"/>
                    <a:pt x="13970" y="228600"/>
                  </a:cubicBezTo>
                  <a:cubicBezTo>
                    <a:pt x="13970" y="222250"/>
                    <a:pt x="26670" y="207010"/>
                    <a:pt x="33020" y="207010"/>
                  </a:cubicBezTo>
                  <a:cubicBezTo>
                    <a:pt x="39370" y="207010"/>
                    <a:pt x="52070" y="219710"/>
                    <a:pt x="52070" y="226060"/>
                  </a:cubicBezTo>
                  <a:cubicBezTo>
                    <a:pt x="53340" y="232410"/>
                    <a:pt x="41910" y="243840"/>
                    <a:pt x="35560" y="245110"/>
                  </a:cubicBezTo>
                  <a:cubicBezTo>
                    <a:pt x="29210" y="246380"/>
                    <a:pt x="20320" y="240030"/>
                    <a:pt x="15240" y="231140"/>
                  </a:cubicBezTo>
                  <a:cubicBezTo>
                    <a:pt x="0" y="201930"/>
                    <a:pt x="0" y="50800"/>
                    <a:pt x="13970" y="19050"/>
                  </a:cubicBezTo>
                  <a:cubicBezTo>
                    <a:pt x="19050" y="7620"/>
                    <a:pt x="29210" y="0"/>
                    <a:pt x="35560" y="0"/>
                  </a:cubicBezTo>
                  <a:cubicBezTo>
                    <a:pt x="41910" y="0"/>
                    <a:pt x="52070" y="19050"/>
                    <a:pt x="52070" y="190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542145" y="1563052"/>
            <a:ext cx="234315" cy="113348"/>
            <a:chOff x="0" y="0"/>
            <a:chExt cx="312420" cy="15113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49530" y="50800"/>
              <a:ext cx="212090" cy="59690"/>
            </a:xfrm>
            <a:custGeom>
              <a:avLst/>
              <a:gdLst/>
              <a:ahLst/>
              <a:cxnLst/>
              <a:rect r="r" b="b" t="t" l="l"/>
              <a:pathLst>
                <a:path h="59690" w="212090">
                  <a:moveTo>
                    <a:pt x="22860" y="0"/>
                  </a:moveTo>
                  <a:cubicBezTo>
                    <a:pt x="204470" y="16510"/>
                    <a:pt x="210820" y="24130"/>
                    <a:pt x="212090" y="30480"/>
                  </a:cubicBezTo>
                  <a:cubicBezTo>
                    <a:pt x="212090" y="36830"/>
                    <a:pt x="207010" y="44450"/>
                    <a:pt x="201930" y="45720"/>
                  </a:cubicBezTo>
                  <a:cubicBezTo>
                    <a:pt x="196850" y="49530"/>
                    <a:pt x="184150" y="46990"/>
                    <a:pt x="179070" y="43180"/>
                  </a:cubicBezTo>
                  <a:cubicBezTo>
                    <a:pt x="175260" y="40640"/>
                    <a:pt x="172720" y="31750"/>
                    <a:pt x="173990" y="26670"/>
                  </a:cubicBezTo>
                  <a:cubicBezTo>
                    <a:pt x="175260" y="20320"/>
                    <a:pt x="185420" y="11430"/>
                    <a:pt x="190500" y="11430"/>
                  </a:cubicBezTo>
                  <a:cubicBezTo>
                    <a:pt x="198120" y="10160"/>
                    <a:pt x="212090" y="22860"/>
                    <a:pt x="212090" y="29210"/>
                  </a:cubicBezTo>
                  <a:cubicBezTo>
                    <a:pt x="212090" y="35560"/>
                    <a:pt x="204470" y="44450"/>
                    <a:pt x="193040" y="49530"/>
                  </a:cubicBezTo>
                  <a:cubicBezTo>
                    <a:pt x="165100" y="59690"/>
                    <a:pt x="44450" y="50800"/>
                    <a:pt x="17780" y="36830"/>
                  </a:cubicBezTo>
                  <a:cubicBezTo>
                    <a:pt x="7620" y="31750"/>
                    <a:pt x="0" y="24130"/>
                    <a:pt x="1270" y="17780"/>
                  </a:cubicBezTo>
                  <a:cubicBezTo>
                    <a:pt x="1270" y="11430"/>
                    <a:pt x="22860" y="0"/>
                    <a:pt x="2286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85985" y="1462088"/>
            <a:ext cx="221933" cy="341947"/>
            <a:chOff x="0" y="0"/>
            <a:chExt cx="295910" cy="45593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48260" y="48260"/>
              <a:ext cx="198120" cy="359410"/>
            </a:xfrm>
            <a:custGeom>
              <a:avLst/>
              <a:gdLst/>
              <a:ahLst/>
              <a:cxnLst/>
              <a:rect r="r" b="b" t="t" l="l"/>
              <a:pathLst>
                <a:path h="359410" w="198120">
                  <a:moveTo>
                    <a:pt x="50800" y="168910"/>
                  </a:moveTo>
                  <a:cubicBezTo>
                    <a:pt x="10160" y="81280"/>
                    <a:pt x="16510" y="50800"/>
                    <a:pt x="29210" y="34290"/>
                  </a:cubicBezTo>
                  <a:cubicBezTo>
                    <a:pt x="41910" y="17780"/>
                    <a:pt x="69850" y="6350"/>
                    <a:pt x="87630" y="2540"/>
                  </a:cubicBezTo>
                  <a:cubicBezTo>
                    <a:pt x="101600" y="0"/>
                    <a:pt x="115570" y="2540"/>
                    <a:pt x="127000" y="7620"/>
                  </a:cubicBezTo>
                  <a:cubicBezTo>
                    <a:pt x="138430" y="13970"/>
                    <a:pt x="147320" y="25400"/>
                    <a:pt x="156210" y="34290"/>
                  </a:cubicBezTo>
                  <a:cubicBezTo>
                    <a:pt x="165100" y="44450"/>
                    <a:pt x="172720" y="52070"/>
                    <a:pt x="179070" y="66040"/>
                  </a:cubicBezTo>
                  <a:cubicBezTo>
                    <a:pt x="187960" y="83820"/>
                    <a:pt x="198120" y="110490"/>
                    <a:pt x="195580" y="134620"/>
                  </a:cubicBezTo>
                  <a:cubicBezTo>
                    <a:pt x="191770" y="166370"/>
                    <a:pt x="165100" y="205740"/>
                    <a:pt x="140970" y="240030"/>
                  </a:cubicBezTo>
                  <a:cubicBezTo>
                    <a:pt x="113030" y="279400"/>
                    <a:pt x="55880" y="341630"/>
                    <a:pt x="31750" y="354330"/>
                  </a:cubicBezTo>
                  <a:cubicBezTo>
                    <a:pt x="21590" y="358140"/>
                    <a:pt x="13970" y="359410"/>
                    <a:pt x="8890" y="355600"/>
                  </a:cubicBezTo>
                  <a:cubicBezTo>
                    <a:pt x="3810" y="351790"/>
                    <a:pt x="0" y="334010"/>
                    <a:pt x="2540" y="328930"/>
                  </a:cubicBezTo>
                  <a:cubicBezTo>
                    <a:pt x="6350" y="323850"/>
                    <a:pt x="25400" y="321310"/>
                    <a:pt x="30480" y="325120"/>
                  </a:cubicBezTo>
                  <a:cubicBezTo>
                    <a:pt x="35560" y="328930"/>
                    <a:pt x="36830" y="346710"/>
                    <a:pt x="33020" y="351790"/>
                  </a:cubicBezTo>
                  <a:cubicBezTo>
                    <a:pt x="29210" y="356870"/>
                    <a:pt x="15240" y="359410"/>
                    <a:pt x="10160" y="356870"/>
                  </a:cubicBezTo>
                  <a:cubicBezTo>
                    <a:pt x="5080" y="353060"/>
                    <a:pt x="0" y="341630"/>
                    <a:pt x="2540" y="330200"/>
                  </a:cubicBezTo>
                  <a:cubicBezTo>
                    <a:pt x="7620" y="304800"/>
                    <a:pt x="81280" y="255270"/>
                    <a:pt x="107950" y="219710"/>
                  </a:cubicBezTo>
                  <a:cubicBezTo>
                    <a:pt x="130810" y="190500"/>
                    <a:pt x="153670" y="161290"/>
                    <a:pt x="158750" y="135890"/>
                  </a:cubicBezTo>
                  <a:cubicBezTo>
                    <a:pt x="161290" y="118110"/>
                    <a:pt x="154940" y="102870"/>
                    <a:pt x="148590" y="87630"/>
                  </a:cubicBezTo>
                  <a:cubicBezTo>
                    <a:pt x="140970" y="71120"/>
                    <a:pt x="130810" y="49530"/>
                    <a:pt x="116840" y="43180"/>
                  </a:cubicBezTo>
                  <a:cubicBezTo>
                    <a:pt x="102870" y="36830"/>
                    <a:pt x="74930" y="38100"/>
                    <a:pt x="63500" y="48260"/>
                  </a:cubicBezTo>
                  <a:cubicBezTo>
                    <a:pt x="53340" y="57150"/>
                    <a:pt x="49530" y="81280"/>
                    <a:pt x="52070" y="97790"/>
                  </a:cubicBezTo>
                  <a:cubicBezTo>
                    <a:pt x="54610" y="118110"/>
                    <a:pt x="85090" y="146050"/>
                    <a:pt x="83820" y="158750"/>
                  </a:cubicBezTo>
                  <a:cubicBezTo>
                    <a:pt x="82550" y="166370"/>
                    <a:pt x="73660" y="172720"/>
                    <a:pt x="68580" y="173990"/>
                  </a:cubicBezTo>
                  <a:cubicBezTo>
                    <a:pt x="63500" y="175260"/>
                    <a:pt x="50800" y="168910"/>
                    <a:pt x="50800" y="1689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803130" y="1693545"/>
            <a:ext cx="248603" cy="138112"/>
            <a:chOff x="0" y="0"/>
            <a:chExt cx="331470" cy="18415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48260" y="50800"/>
              <a:ext cx="233680" cy="85090"/>
            </a:xfrm>
            <a:custGeom>
              <a:avLst/>
              <a:gdLst/>
              <a:ahLst/>
              <a:cxnLst/>
              <a:rect r="r" b="b" t="t" l="l"/>
              <a:pathLst>
                <a:path h="85090" w="233680">
                  <a:moveTo>
                    <a:pt x="26670" y="0"/>
                  </a:moveTo>
                  <a:cubicBezTo>
                    <a:pt x="232410" y="54610"/>
                    <a:pt x="233680" y="67310"/>
                    <a:pt x="231140" y="72390"/>
                  </a:cubicBezTo>
                  <a:cubicBezTo>
                    <a:pt x="228600" y="78740"/>
                    <a:pt x="215900" y="83820"/>
                    <a:pt x="209550" y="81280"/>
                  </a:cubicBezTo>
                  <a:cubicBezTo>
                    <a:pt x="203200" y="78740"/>
                    <a:pt x="194310" y="63500"/>
                    <a:pt x="196850" y="57150"/>
                  </a:cubicBezTo>
                  <a:cubicBezTo>
                    <a:pt x="198120" y="50800"/>
                    <a:pt x="215900" y="43180"/>
                    <a:pt x="220980" y="45720"/>
                  </a:cubicBezTo>
                  <a:cubicBezTo>
                    <a:pt x="227330" y="48260"/>
                    <a:pt x="233680" y="64770"/>
                    <a:pt x="232410" y="71120"/>
                  </a:cubicBezTo>
                  <a:cubicBezTo>
                    <a:pt x="231140" y="76200"/>
                    <a:pt x="224790" y="80010"/>
                    <a:pt x="218440" y="81280"/>
                  </a:cubicBezTo>
                  <a:cubicBezTo>
                    <a:pt x="205740" y="85090"/>
                    <a:pt x="182880" y="81280"/>
                    <a:pt x="160020" y="77470"/>
                  </a:cubicBezTo>
                  <a:cubicBezTo>
                    <a:pt x="121920" y="69850"/>
                    <a:pt x="31750" y="53340"/>
                    <a:pt x="11430" y="34290"/>
                  </a:cubicBezTo>
                  <a:cubicBezTo>
                    <a:pt x="2540" y="26670"/>
                    <a:pt x="0" y="12700"/>
                    <a:pt x="2540" y="7620"/>
                  </a:cubicBezTo>
                  <a:cubicBezTo>
                    <a:pt x="5080" y="2540"/>
                    <a:pt x="26670" y="0"/>
                    <a:pt x="2667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0086022" y="1511618"/>
            <a:ext cx="114300" cy="250508"/>
            <a:chOff x="0" y="0"/>
            <a:chExt cx="152400" cy="33401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39370" y="50800"/>
              <a:ext cx="71120" cy="233680"/>
            </a:xfrm>
            <a:custGeom>
              <a:avLst/>
              <a:gdLst/>
              <a:ahLst/>
              <a:cxnLst/>
              <a:rect r="r" b="b" t="t" l="l"/>
              <a:pathLst>
                <a:path h="233680" w="71120">
                  <a:moveTo>
                    <a:pt x="22860" y="74930"/>
                  </a:moveTo>
                  <a:cubicBezTo>
                    <a:pt x="29210" y="3810"/>
                    <a:pt x="38100" y="0"/>
                    <a:pt x="44450" y="0"/>
                  </a:cubicBezTo>
                  <a:cubicBezTo>
                    <a:pt x="50800" y="1270"/>
                    <a:pt x="57150" y="8890"/>
                    <a:pt x="60960" y="19050"/>
                  </a:cubicBezTo>
                  <a:cubicBezTo>
                    <a:pt x="71120" y="49530"/>
                    <a:pt x="63500" y="194310"/>
                    <a:pt x="48260" y="220980"/>
                  </a:cubicBezTo>
                  <a:cubicBezTo>
                    <a:pt x="43180" y="229870"/>
                    <a:pt x="34290" y="233680"/>
                    <a:pt x="29210" y="232410"/>
                  </a:cubicBezTo>
                  <a:cubicBezTo>
                    <a:pt x="21590" y="231140"/>
                    <a:pt x="11430" y="217170"/>
                    <a:pt x="11430" y="210820"/>
                  </a:cubicBezTo>
                  <a:cubicBezTo>
                    <a:pt x="11430" y="205740"/>
                    <a:pt x="17780" y="198120"/>
                    <a:pt x="22860" y="196850"/>
                  </a:cubicBezTo>
                  <a:cubicBezTo>
                    <a:pt x="27940" y="194310"/>
                    <a:pt x="40640" y="196850"/>
                    <a:pt x="44450" y="200660"/>
                  </a:cubicBezTo>
                  <a:cubicBezTo>
                    <a:pt x="49530" y="205740"/>
                    <a:pt x="49530" y="218440"/>
                    <a:pt x="46990" y="224790"/>
                  </a:cubicBezTo>
                  <a:cubicBezTo>
                    <a:pt x="43180" y="228600"/>
                    <a:pt x="35560" y="233680"/>
                    <a:pt x="30480" y="232410"/>
                  </a:cubicBezTo>
                  <a:cubicBezTo>
                    <a:pt x="24130" y="231140"/>
                    <a:pt x="15240" y="224790"/>
                    <a:pt x="11430" y="212090"/>
                  </a:cubicBezTo>
                  <a:cubicBezTo>
                    <a:pt x="0" y="181610"/>
                    <a:pt x="10160" y="41910"/>
                    <a:pt x="24130" y="15240"/>
                  </a:cubicBezTo>
                  <a:cubicBezTo>
                    <a:pt x="27940" y="6350"/>
                    <a:pt x="34290" y="1270"/>
                    <a:pt x="39370" y="0"/>
                  </a:cubicBezTo>
                  <a:cubicBezTo>
                    <a:pt x="45720" y="0"/>
                    <a:pt x="54610" y="3810"/>
                    <a:pt x="58420" y="10160"/>
                  </a:cubicBezTo>
                  <a:cubicBezTo>
                    <a:pt x="66040" y="21590"/>
                    <a:pt x="67310" y="60960"/>
                    <a:pt x="60960" y="74930"/>
                  </a:cubicBezTo>
                  <a:cubicBezTo>
                    <a:pt x="57150" y="85090"/>
                    <a:pt x="45720" y="95250"/>
                    <a:pt x="39370" y="93980"/>
                  </a:cubicBezTo>
                  <a:cubicBezTo>
                    <a:pt x="33020" y="93980"/>
                    <a:pt x="22860" y="74930"/>
                    <a:pt x="22860" y="749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0034588" y="1580198"/>
            <a:ext cx="234315" cy="113348"/>
            <a:chOff x="0" y="0"/>
            <a:chExt cx="312420" cy="15113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49530" y="50800"/>
              <a:ext cx="212090" cy="59690"/>
            </a:xfrm>
            <a:custGeom>
              <a:avLst/>
              <a:gdLst/>
              <a:ahLst/>
              <a:cxnLst/>
              <a:rect r="r" b="b" t="t" l="l"/>
              <a:pathLst>
                <a:path h="59690" w="212090">
                  <a:moveTo>
                    <a:pt x="21590" y="0"/>
                  </a:moveTo>
                  <a:cubicBezTo>
                    <a:pt x="204470" y="16510"/>
                    <a:pt x="210820" y="25400"/>
                    <a:pt x="212090" y="31750"/>
                  </a:cubicBezTo>
                  <a:cubicBezTo>
                    <a:pt x="212090" y="36830"/>
                    <a:pt x="207010" y="44450"/>
                    <a:pt x="201930" y="46990"/>
                  </a:cubicBezTo>
                  <a:cubicBezTo>
                    <a:pt x="196850" y="49530"/>
                    <a:pt x="184150" y="46990"/>
                    <a:pt x="179070" y="43180"/>
                  </a:cubicBezTo>
                  <a:cubicBezTo>
                    <a:pt x="175260" y="40640"/>
                    <a:pt x="172720" y="31750"/>
                    <a:pt x="173990" y="26670"/>
                  </a:cubicBezTo>
                  <a:cubicBezTo>
                    <a:pt x="175260" y="20320"/>
                    <a:pt x="185420" y="11430"/>
                    <a:pt x="190500" y="11430"/>
                  </a:cubicBezTo>
                  <a:cubicBezTo>
                    <a:pt x="196850" y="11430"/>
                    <a:pt x="210820" y="22860"/>
                    <a:pt x="212090" y="29210"/>
                  </a:cubicBezTo>
                  <a:cubicBezTo>
                    <a:pt x="212090" y="35560"/>
                    <a:pt x="207010" y="44450"/>
                    <a:pt x="198120" y="48260"/>
                  </a:cubicBezTo>
                  <a:cubicBezTo>
                    <a:pt x="173990" y="59690"/>
                    <a:pt x="45720" y="50800"/>
                    <a:pt x="17780" y="36830"/>
                  </a:cubicBezTo>
                  <a:cubicBezTo>
                    <a:pt x="7620" y="33020"/>
                    <a:pt x="0" y="25400"/>
                    <a:pt x="1270" y="19050"/>
                  </a:cubicBezTo>
                  <a:cubicBezTo>
                    <a:pt x="1270" y="12700"/>
                    <a:pt x="21590" y="0"/>
                    <a:pt x="2159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0285095" y="1684020"/>
            <a:ext cx="107633" cy="115252"/>
            <a:chOff x="0" y="0"/>
            <a:chExt cx="143510" cy="1536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49530" y="49530"/>
              <a:ext cx="43180" cy="54610"/>
            </a:xfrm>
            <a:custGeom>
              <a:avLst/>
              <a:gdLst/>
              <a:ahLst/>
              <a:cxnLst/>
              <a:rect r="r" b="b" t="t" l="l"/>
              <a:pathLst>
                <a:path h="54610" w="43180">
                  <a:moveTo>
                    <a:pt x="1270" y="19050"/>
                  </a:moveTo>
                  <a:cubicBezTo>
                    <a:pt x="13970" y="1270"/>
                    <a:pt x="27940" y="1270"/>
                    <a:pt x="31750" y="5080"/>
                  </a:cubicBezTo>
                  <a:cubicBezTo>
                    <a:pt x="36830" y="10160"/>
                    <a:pt x="34290" y="33020"/>
                    <a:pt x="29210" y="36830"/>
                  </a:cubicBezTo>
                  <a:cubicBezTo>
                    <a:pt x="24130" y="39370"/>
                    <a:pt x="1270" y="27940"/>
                    <a:pt x="1270" y="21590"/>
                  </a:cubicBezTo>
                  <a:cubicBezTo>
                    <a:pt x="0" y="15240"/>
                    <a:pt x="17780" y="0"/>
                    <a:pt x="25400" y="1270"/>
                  </a:cubicBezTo>
                  <a:cubicBezTo>
                    <a:pt x="31750" y="2540"/>
                    <a:pt x="43180" y="20320"/>
                    <a:pt x="41910" y="29210"/>
                  </a:cubicBezTo>
                  <a:cubicBezTo>
                    <a:pt x="41910" y="38100"/>
                    <a:pt x="30480" y="50800"/>
                    <a:pt x="24130" y="53340"/>
                  </a:cubicBezTo>
                  <a:cubicBezTo>
                    <a:pt x="16510" y="54610"/>
                    <a:pt x="1270" y="41910"/>
                    <a:pt x="1270" y="419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360343" y="1700212"/>
            <a:ext cx="115252" cy="107633"/>
            <a:chOff x="0" y="0"/>
            <a:chExt cx="153670" cy="14351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49530" y="50800"/>
              <a:ext cx="54610" cy="41910"/>
            </a:xfrm>
            <a:custGeom>
              <a:avLst/>
              <a:gdLst/>
              <a:ahLst/>
              <a:cxnLst/>
              <a:rect r="r" b="b" t="t" l="l"/>
              <a:pathLst>
                <a:path h="41910" w="54610">
                  <a:moveTo>
                    <a:pt x="34290" y="0"/>
                  </a:moveTo>
                  <a:cubicBezTo>
                    <a:pt x="53340" y="13970"/>
                    <a:pt x="53340" y="27940"/>
                    <a:pt x="49530" y="31750"/>
                  </a:cubicBezTo>
                  <a:cubicBezTo>
                    <a:pt x="44450" y="36830"/>
                    <a:pt x="20320" y="34290"/>
                    <a:pt x="17780" y="29210"/>
                  </a:cubicBezTo>
                  <a:cubicBezTo>
                    <a:pt x="15240" y="22860"/>
                    <a:pt x="26670" y="1270"/>
                    <a:pt x="33020" y="1270"/>
                  </a:cubicBezTo>
                  <a:cubicBezTo>
                    <a:pt x="38100" y="0"/>
                    <a:pt x="54610" y="17780"/>
                    <a:pt x="53340" y="25400"/>
                  </a:cubicBezTo>
                  <a:cubicBezTo>
                    <a:pt x="52070" y="31750"/>
                    <a:pt x="33020" y="41910"/>
                    <a:pt x="24130" y="41910"/>
                  </a:cubicBezTo>
                  <a:cubicBezTo>
                    <a:pt x="16510" y="41910"/>
                    <a:pt x="2540" y="30480"/>
                    <a:pt x="1270" y="24130"/>
                  </a:cubicBezTo>
                  <a:cubicBezTo>
                    <a:pt x="0" y="16510"/>
                    <a:pt x="11430" y="0"/>
                    <a:pt x="1143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0447020" y="1700212"/>
            <a:ext cx="115252" cy="107633"/>
            <a:chOff x="0" y="0"/>
            <a:chExt cx="153670" cy="14351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48260" y="50800"/>
              <a:ext cx="54610" cy="41910"/>
            </a:xfrm>
            <a:custGeom>
              <a:avLst/>
              <a:gdLst/>
              <a:ahLst/>
              <a:cxnLst/>
              <a:rect r="r" b="b" t="t" l="l"/>
              <a:pathLst>
                <a:path h="41910" w="54610">
                  <a:moveTo>
                    <a:pt x="35560" y="0"/>
                  </a:moveTo>
                  <a:cubicBezTo>
                    <a:pt x="54610" y="13970"/>
                    <a:pt x="54610" y="27940"/>
                    <a:pt x="49530" y="31750"/>
                  </a:cubicBezTo>
                  <a:cubicBezTo>
                    <a:pt x="44450" y="36830"/>
                    <a:pt x="21590" y="34290"/>
                    <a:pt x="19050" y="29210"/>
                  </a:cubicBezTo>
                  <a:cubicBezTo>
                    <a:pt x="15240" y="22860"/>
                    <a:pt x="27940" y="1270"/>
                    <a:pt x="33020" y="1270"/>
                  </a:cubicBezTo>
                  <a:cubicBezTo>
                    <a:pt x="39370" y="0"/>
                    <a:pt x="54610" y="17780"/>
                    <a:pt x="53340" y="25400"/>
                  </a:cubicBezTo>
                  <a:cubicBezTo>
                    <a:pt x="52070" y="31750"/>
                    <a:pt x="34290" y="41910"/>
                    <a:pt x="25400" y="41910"/>
                  </a:cubicBezTo>
                  <a:cubicBezTo>
                    <a:pt x="16510" y="41910"/>
                    <a:pt x="3810" y="30480"/>
                    <a:pt x="2540" y="24130"/>
                  </a:cubicBezTo>
                  <a:cubicBezTo>
                    <a:pt x="0" y="16510"/>
                    <a:pt x="12700" y="0"/>
                    <a:pt x="1270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0612755" y="1527810"/>
            <a:ext cx="104775" cy="242888"/>
            <a:chOff x="0" y="0"/>
            <a:chExt cx="139700" cy="3238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38100" y="50800"/>
              <a:ext cx="52070" cy="223520"/>
            </a:xfrm>
            <a:custGeom>
              <a:avLst/>
              <a:gdLst/>
              <a:ahLst/>
              <a:cxnLst/>
              <a:rect r="r" b="b" t="t" l="l"/>
              <a:pathLst>
                <a:path h="223520" w="52070">
                  <a:moveTo>
                    <a:pt x="50800" y="19050"/>
                  </a:moveTo>
                  <a:cubicBezTo>
                    <a:pt x="44450" y="218440"/>
                    <a:pt x="30480" y="223520"/>
                    <a:pt x="25400" y="220980"/>
                  </a:cubicBezTo>
                  <a:cubicBezTo>
                    <a:pt x="19050" y="219710"/>
                    <a:pt x="12700" y="207010"/>
                    <a:pt x="12700" y="201930"/>
                  </a:cubicBezTo>
                  <a:cubicBezTo>
                    <a:pt x="12700" y="195580"/>
                    <a:pt x="17780" y="189230"/>
                    <a:pt x="22860" y="186690"/>
                  </a:cubicBezTo>
                  <a:cubicBezTo>
                    <a:pt x="27940" y="184150"/>
                    <a:pt x="40640" y="186690"/>
                    <a:pt x="45720" y="190500"/>
                  </a:cubicBezTo>
                  <a:cubicBezTo>
                    <a:pt x="49530" y="194310"/>
                    <a:pt x="52070" y="201930"/>
                    <a:pt x="50800" y="207010"/>
                  </a:cubicBezTo>
                  <a:cubicBezTo>
                    <a:pt x="48260" y="213360"/>
                    <a:pt x="39370" y="222250"/>
                    <a:pt x="33020" y="222250"/>
                  </a:cubicBezTo>
                  <a:cubicBezTo>
                    <a:pt x="26670" y="222250"/>
                    <a:pt x="17780" y="214630"/>
                    <a:pt x="12700" y="203200"/>
                  </a:cubicBezTo>
                  <a:cubicBezTo>
                    <a:pt x="0" y="173990"/>
                    <a:pt x="0" y="48260"/>
                    <a:pt x="12700" y="19050"/>
                  </a:cubicBezTo>
                  <a:cubicBezTo>
                    <a:pt x="17780" y="7620"/>
                    <a:pt x="27940" y="0"/>
                    <a:pt x="34290" y="0"/>
                  </a:cubicBezTo>
                  <a:cubicBezTo>
                    <a:pt x="40640" y="1270"/>
                    <a:pt x="50800" y="19050"/>
                    <a:pt x="50800" y="190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0569893" y="1580198"/>
            <a:ext cx="217170" cy="114300"/>
            <a:chOff x="0" y="0"/>
            <a:chExt cx="289560" cy="152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50800" y="49530"/>
              <a:ext cx="187960" cy="58420"/>
            </a:xfrm>
            <a:custGeom>
              <a:avLst/>
              <a:gdLst/>
              <a:ahLst/>
              <a:cxnLst/>
              <a:rect r="r" b="b" t="t" l="l"/>
              <a:pathLst>
                <a:path h="58420" w="187960">
                  <a:moveTo>
                    <a:pt x="19050" y="12700"/>
                  </a:moveTo>
                  <a:cubicBezTo>
                    <a:pt x="180340" y="5080"/>
                    <a:pt x="187960" y="15240"/>
                    <a:pt x="187960" y="21590"/>
                  </a:cubicBezTo>
                  <a:cubicBezTo>
                    <a:pt x="186690" y="27940"/>
                    <a:pt x="172720" y="39370"/>
                    <a:pt x="166370" y="38100"/>
                  </a:cubicBezTo>
                  <a:cubicBezTo>
                    <a:pt x="160020" y="38100"/>
                    <a:pt x="151130" y="27940"/>
                    <a:pt x="149860" y="22860"/>
                  </a:cubicBezTo>
                  <a:cubicBezTo>
                    <a:pt x="148590" y="16510"/>
                    <a:pt x="152400" y="8890"/>
                    <a:pt x="156210" y="5080"/>
                  </a:cubicBezTo>
                  <a:cubicBezTo>
                    <a:pt x="160020" y="2540"/>
                    <a:pt x="167640" y="0"/>
                    <a:pt x="172720" y="1270"/>
                  </a:cubicBezTo>
                  <a:cubicBezTo>
                    <a:pt x="179070" y="3810"/>
                    <a:pt x="186690" y="13970"/>
                    <a:pt x="187960" y="19050"/>
                  </a:cubicBezTo>
                  <a:cubicBezTo>
                    <a:pt x="187960" y="24130"/>
                    <a:pt x="184150" y="30480"/>
                    <a:pt x="179070" y="35560"/>
                  </a:cubicBezTo>
                  <a:cubicBezTo>
                    <a:pt x="170180" y="43180"/>
                    <a:pt x="149860" y="46990"/>
                    <a:pt x="130810" y="50800"/>
                  </a:cubicBezTo>
                  <a:cubicBezTo>
                    <a:pt x="101600" y="54610"/>
                    <a:pt x="39370" y="58420"/>
                    <a:pt x="19050" y="50800"/>
                  </a:cubicBezTo>
                  <a:cubicBezTo>
                    <a:pt x="8890" y="46990"/>
                    <a:pt x="0" y="39370"/>
                    <a:pt x="0" y="33020"/>
                  </a:cubicBezTo>
                  <a:cubicBezTo>
                    <a:pt x="0" y="26670"/>
                    <a:pt x="19050" y="12700"/>
                    <a:pt x="19050" y="127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1105198" y="1580198"/>
            <a:ext cx="200025" cy="113348"/>
            <a:chOff x="0" y="0"/>
            <a:chExt cx="266700" cy="15113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49530" y="50800"/>
              <a:ext cx="166370" cy="55880"/>
            </a:xfrm>
            <a:custGeom>
              <a:avLst/>
              <a:gdLst/>
              <a:ahLst/>
              <a:cxnLst/>
              <a:rect r="r" b="b" t="t" l="l"/>
              <a:pathLst>
                <a:path h="55880" w="166370">
                  <a:moveTo>
                    <a:pt x="24130" y="0"/>
                  </a:moveTo>
                  <a:cubicBezTo>
                    <a:pt x="161290" y="17780"/>
                    <a:pt x="166370" y="25400"/>
                    <a:pt x="166370" y="31750"/>
                  </a:cubicBezTo>
                  <a:cubicBezTo>
                    <a:pt x="165100" y="38100"/>
                    <a:pt x="151130" y="49530"/>
                    <a:pt x="144780" y="49530"/>
                  </a:cubicBezTo>
                  <a:cubicBezTo>
                    <a:pt x="138430" y="48260"/>
                    <a:pt x="127000" y="33020"/>
                    <a:pt x="128270" y="26670"/>
                  </a:cubicBezTo>
                  <a:cubicBezTo>
                    <a:pt x="129540" y="20320"/>
                    <a:pt x="144780" y="10160"/>
                    <a:pt x="151130" y="11430"/>
                  </a:cubicBezTo>
                  <a:cubicBezTo>
                    <a:pt x="157480" y="12700"/>
                    <a:pt x="166370" y="29210"/>
                    <a:pt x="165100" y="35560"/>
                  </a:cubicBezTo>
                  <a:cubicBezTo>
                    <a:pt x="163830" y="41910"/>
                    <a:pt x="156210" y="46990"/>
                    <a:pt x="146050" y="49530"/>
                  </a:cubicBezTo>
                  <a:cubicBezTo>
                    <a:pt x="123190" y="55880"/>
                    <a:pt x="38100" y="49530"/>
                    <a:pt x="16510" y="36830"/>
                  </a:cubicBezTo>
                  <a:cubicBezTo>
                    <a:pt x="7620" y="31750"/>
                    <a:pt x="0" y="22860"/>
                    <a:pt x="1270" y="16510"/>
                  </a:cubicBezTo>
                  <a:cubicBezTo>
                    <a:pt x="2540" y="10160"/>
                    <a:pt x="24130" y="0"/>
                    <a:pt x="2413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113770" y="1648777"/>
            <a:ext cx="217170" cy="104775"/>
            <a:chOff x="0" y="0"/>
            <a:chExt cx="289560" cy="1397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50800" y="49530"/>
              <a:ext cx="187960" cy="50800"/>
            </a:xfrm>
            <a:custGeom>
              <a:avLst/>
              <a:gdLst/>
              <a:ahLst/>
              <a:cxnLst/>
              <a:rect r="r" b="b" t="t" l="l"/>
              <a:pathLst>
                <a:path h="50800" w="187960">
                  <a:moveTo>
                    <a:pt x="19050" y="1270"/>
                  </a:moveTo>
                  <a:cubicBezTo>
                    <a:pt x="184150" y="8890"/>
                    <a:pt x="187960" y="21590"/>
                    <a:pt x="186690" y="27940"/>
                  </a:cubicBezTo>
                  <a:cubicBezTo>
                    <a:pt x="184150" y="33020"/>
                    <a:pt x="172720" y="39370"/>
                    <a:pt x="166370" y="39370"/>
                  </a:cubicBezTo>
                  <a:cubicBezTo>
                    <a:pt x="161290" y="39370"/>
                    <a:pt x="153670" y="34290"/>
                    <a:pt x="152400" y="29210"/>
                  </a:cubicBezTo>
                  <a:cubicBezTo>
                    <a:pt x="149860" y="24130"/>
                    <a:pt x="151130" y="11430"/>
                    <a:pt x="156210" y="6350"/>
                  </a:cubicBezTo>
                  <a:cubicBezTo>
                    <a:pt x="158750" y="2540"/>
                    <a:pt x="167640" y="0"/>
                    <a:pt x="172720" y="1270"/>
                  </a:cubicBezTo>
                  <a:cubicBezTo>
                    <a:pt x="179070" y="3810"/>
                    <a:pt x="187960" y="13970"/>
                    <a:pt x="187960" y="19050"/>
                  </a:cubicBezTo>
                  <a:cubicBezTo>
                    <a:pt x="187960" y="25400"/>
                    <a:pt x="179070" y="34290"/>
                    <a:pt x="168910" y="39370"/>
                  </a:cubicBezTo>
                  <a:cubicBezTo>
                    <a:pt x="143510" y="50800"/>
                    <a:pt x="44450" y="49530"/>
                    <a:pt x="19050" y="39370"/>
                  </a:cubicBezTo>
                  <a:cubicBezTo>
                    <a:pt x="8890" y="35560"/>
                    <a:pt x="0" y="29210"/>
                    <a:pt x="0" y="22860"/>
                  </a:cubicBezTo>
                  <a:cubicBezTo>
                    <a:pt x="0" y="16510"/>
                    <a:pt x="19050" y="1270"/>
                    <a:pt x="19050" y="12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450955" y="1323975"/>
            <a:ext cx="217170" cy="300990"/>
            <a:chOff x="0" y="0"/>
            <a:chExt cx="289560" cy="40132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40640" y="49530"/>
              <a:ext cx="208280" cy="300990"/>
            </a:xfrm>
            <a:custGeom>
              <a:avLst/>
              <a:gdLst/>
              <a:ahLst/>
              <a:cxnLst/>
              <a:rect r="r" b="b" t="t" l="l"/>
              <a:pathLst>
                <a:path h="300990" w="208280">
                  <a:moveTo>
                    <a:pt x="46990" y="81280"/>
                  </a:moveTo>
                  <a:cubicBezTo>
                    <a:pt x="54610" y="265430"/>
                    <a:pt x="44450" y="274320"/>
                    <a:pt x="38100" y="274320"/>
                  </a:cubicBezTo>
                  <a:cubicBezTo>
                    <a:pt x="31750" y="273050"/>
                    <a:pt x="25400" y="265430"/>
                    <a:pt x="21590" y="255270"/>
                  </a:cubicBezTo>
                  <a:cubicBezTo>
                    <a:pt x="11430" y="231140"/>
                    <a:pt x="19050" y="149860"/>
                    <a:pt x="21590" y="115570"/>
                  </a:cubicBezTo>
                  <a:cubicBezTo>
                    <a:pt x="22860" y="95250"/>
                    <a:pt x="21590" y="81280"/>
                    <a:pt x="27940" y="66040"/>
                  </a:cubicBezTo>
                  <a:cubicBezTo>
                    <a:pt x="35560" y="48260"/>
                    <a:pt x="48260" y="26670"/>
                    <a:pt x="62230" y="16510"/>
                  </a:cubicBezTo>
                  <a:cubicBezTo>
                    <a:pt x="76200" y="6350"/>
                    <a:pt x="97790" y="0"/>
                    <a:pt x="111760" y="1270"/>
                  </a:cubicBezTo>
                  <a:cubicBezTo>
                    <a:pt x="123190" y="2540"/>
                    <a:pt x="132080" y="6350"/>
                    <a:pt x="142240" y="16510"/>
                  </a:cubicBezTo>
                  <a:cubicBezTo>
                    <a:pt x="157480" y="31750"/>
                    <a:pt x="175260" y="67310"/>
                    <a:pt x="185420" y="101600"/>
                  </a:cubicBezTo>
                  <a:cubicBezTo>
                    <a:pt x="198120" y="149860"/>
                    <a:pt x="208280" y="252730"/>
                    <a:pt x="196850" y="280670"/>
                  </a:cubicBezTo>
                  <a:cubicBezTo>
                    <a:pt x="193040" y="292100"/>
                    <a:pt x="184150" y="299720"/>
                    <a:pt x="177800" y="299720"/>
                  </a:cubicBezTo>
                  <a:cubicBezTo>
                    <a:pt x="171450" y="299720"/>
                    <a:pt x="161290" y="290830"/>
                    <a:pt x="160020" y="284480"/>
                  </a:cubicBezTo>
                  <a:cubicBezTo>
                    <a:pt x="158750" y="279400"/>
                    <a:pt x="160020" y="270510"/>
                    <a:pt x="163830" y="267970"/>
                  </a:cubicBezTo>
                  <a:cubicBezTo>
                    <a:pt x="170180" y="264160"/>
                    <a:pt x="191770" y="266700"/>
                    <a:pt x="195580" y="273050"/>
                  </a:cubicBezTo>
                  <a:cubicBezTo>
                    <a:pt x="198120" y="278130"/>
                    <a:pt x="191770" y="295910"/>
                    <a:pt x="185420" y="298450"/>
                  </a:cubicBezTo>
                  <a:cubicBezTo>
                    <a:pt x="180340" y="300990"/>
                    <a:pt x="166370" y="295910"/>
                    <a:pt x="160020" y="287020"/>
                  </a:cubicBezTo>
                  <a:cubicBezTo>
                    <a:pt x="144780" y="264160"/>
                    <a:pt x="160020" y="162560"/>
                    <a:pt x="151130" y="119380"/>
                  </a:cubicBezTo>
                  <a:cubicBezTo>
                    <a:pt x="144780" y="90170"/>
                    <a:pt x="133350" y="60960"/>
                    <a:pt x="121920" y="48260"/>
                  </a:cubicBezTo>
                  <a:cubicBezTo>
                    <a:pt x="115570" y="41910"/>
                    <a:pt x="109220" y="38100"/>
                    <a:pt x="101600" y="39370"/>
                  </a:cubicBezTo>
                  <a:cubicBezTo>
                    <a:pt x="91440" y="40640"/>
                    <a:pt x="73660" y="55880"/>
                    <a:pt x="64770" y="74930"/>
                  </a:cubicBezTo>
                  <a:cubicBezTo>
                    <a:pt x="49530" y="111760"/>
                    <a:pt x="71120" y="233680"/>
                    <a:pt x="58420" y="259080"/>
                  </a:cubicBezTo>
                  <a:cubicBezTo>
                    <a:pt x="54610" y="267970"/>
                    <a:pt x="48260" y="273050"/>
                    <a:pt x="43180" y="274320"/>
                  </a:cubicBezTo>
                  <a:cubicBezTo>
                    <a:pt x="36830" y="274320"/>
                    <a:pt x="27940" y="271780"/>
                    <a:pt x="22860" y="264160"/>
                  </a:cubicBezTo>
                  <a:cubicBezTo>
                    <a:pt x="8890" y="241300"/>
                    <a:pt x="0" y="111760"/>
                    <a:pt x="10160" y="83820"/>
                  </a:cubicBezTo>
                  <a:cubicBezTo>
                    <a:pt x="13970" y="73660"/>
                    <a:pt x="20320" y="66040"/>
                    <a:pt x="26670" y="66040"/>
                  </a:cubicBezTo>
                  <a:cubicBezTo>
                    <a:pt x="33020" y="66040"/>
                    <a:pt x="46990" y="81280"/>
                    <a:pt x="46990" y="812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738610" y="1294448"/>
            <a:ext cx="145733" cy="346710"/>
            <a:chOff x="0" y="0"/>
            <a:chExt cx="194310" cy="4622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46990" y="50800"/>
              <a:ext cx="96520" cy="361950"/>
            </a:xfrm>
            <a:custGeom>
              <a:avLst/>
              <a:gdLst/>
              <a:ahLst/>
              <a:cxnLst/>
              <a:rect r="r" b="b" t="t" l="l"/>
              <a:pathLst>
                <a:path h="361950" w="96520">
                  <a:moveTo>
                    <a:pt x="90170" y="33020"/>
                  </a:moveTo>
                  <a:cubicBezTo>
                    <a:pt x="52070" y="81280"/>
                    <a:pt x="43180" y="129540"/>
                    <a:pt x="41910" y="165100"/>
                  </a:cubicBezTo>
                  <a:cubicBezTo>
                    <a:pt x="39370" y="203200"/>
                    <a:pt x="43180" y="248920"/>
                    <a:pt x="54610" y="280670"/>
                  </a:cubicBezTo>
                  <a:cubicBezTo>
                    <a:pt x="63500" y="304800"/>
                    <a:pt x="96520" y="325120"/>
                    <a:pt x="95250" y="339090"/>
                  </a:cubicBezTo>
                  <a:cubicBezTo>
                    <a:pt x="95250" y="349250"/>
                    <a:pt x="83820" y="359410"/>
                    <a:pt x="77470" y="360680"/>
                  </a:cubicBezTo>
                  <a:cubicBezTo>
                    <a:pt x="71120" y="361950"/>
                    <a:pt x="60960" y="354330"/>
                    <a:pt x="58420" y="347980"/>
                  </a:cubicBezTo>
                  <a:cubicBezTo>
                    <a:pt x="55880" y="342900"/>
                    <a:pt x="57150" y="334010"/>
                    <a:pt x="60960" y="330200"/>
                  </a:cubicBezTo>
                  <a:cubicBezTo>
                    <a:pt x="64770" y="326390"/>
                    <a:pt x="78740" y="321310"/>
                    <a:pt x="82550" y="323850"/>
                  </a:cubicBezTo>
                  <a:cubicBezTo>
                    <a:pt x="88900" y="327660"/>
                    <a:pt x="93980" y="349250"/>
                    <a:pt x="90170" y="354330"/>
                  </a:cubicBezTo>
                  <a:cubicBezTo>
                    <a:pt x="86360" y="359410"/>
                    <a:pt x="71120" y="359410"/>
                    <a:pt x="62230" y="355600"/>
                  </a:cubicBezTo>
                  <a:cubicBezTo>
                    <a:pt x="46990" y="346710"/>
                    <a:pt x="27940" y="316230"/>
                    <a:pt x="17780" y="289560"/>
                  </a:cubicBezTo>
                  <a:cubicBezTo>
                    <a:pt x="5080" y="255270"/>
                    <a:pt x="0" y="204470"/>
                    <a:pt x="3810" y="162560"/>
                  </a:cubicBezTo>
                  <a:cubicBezTo>
                    <a:pt x="6350" y="119380"/>
                    <a:pt x="19050" y="60960"/>
                    <a:pt x="35560" y="33020"/>
                  </a:cubicBezTo>
                  <a:cubicBezTo>
                    <a:pt x="46990" y="16510"/>
                    <a:pt x="64770" y="1270"/>
                    <a:pt x="74930" y="0"/>
                  </a:cubicBezTo>
                  <a:cubicBezTo>
                    <a:pt x="82550" y="0"/>
                    <a:pt x="91440" y="6350"/>
                    <a:pt x="93980" y="11430"/>
                  </a:cubicBezTo>
                  <a:cubicBezTo>
                    <a:pt x="96520" y="16510"/>
                    <a:pt x="90170" y="33020"/>
                    <a:pt x="90170" y="330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908155" y="1311592"/>
            <a:ext cx="225742" cy="286703"/>
            <a:chOff x="0" y="0"/>
            <a:chExt cx="300990" cy="38227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45720" y="48260"/>
              <a:ext cx="207010" cy="284480"/>
            </a:xfrm>
            <a:custGeom>
              <a:avLst/>
              <a:gdLst/>
              <a:ahLst/>
              <a:cxnLst/>
              <a:rect r="r" b="b" t="t" l="l"/>
              <a:pathLst>
                <a:path h="284480" w="207010">
                  <a:moveTo>
                    <a:pt x="43180" y="97790"/>
                  </a:moveTo>
                  <a:cubicBezTo>
                    <a:pt x="60960" y="218440"/>
                    <a:pt x="52070" y="228600"/>
                    <a:pt x="45720" y="228600"/>
                  </a:cubicBezTo>
                  <a:cubicBezTo>
                    <a:pt x="39370" y="228600"/>
                    <a:pt x="30480" y="220980"/>
                    <a:pt x="26670" y="212090"/>
                  </a:cubicBezTo>
                  <a:cubicBezTo>
                    <a:pt x="19050" y="195580"/>
                    <a:pt x="22860" y="156210"/>
                    <a:pt x="27940" y="127000"/>
                  </a:cubicBezTo>
                  <a:cubicBezTo>
                    <a:pt x="34290" y="92710"/>
                    <a:pt x="46990" y="41910"/>
                    <a:pt x="67310" y="21590"/>
                  </a:cubicBezTo>
                  <a:cubicBezTo>
                    <a:pt x="81280" y="7620"/>
                    <a:pt x="102870" y="0"/>
                    <a:pt x="120650" y="2540"/>
                  </a:cubicBezTo>
                  <a:cubicBezTo>
                    <a:pt x="142240" y="6350"/>
                    <a:pt x="172720" y="35560"/>
                    <a:pt x="184150" y="53340"/>
                  </a:cubicBezTo>
                  <a:cubicBezTo>
                    <a:pt x="193040" y="64770"/>
                    <a:pt x="194310" y="72390"/>
                    <a:pt x="198120" y="88900"/>
                  </a:cubicBezTo>
                  <a:cubicBezTo>
                    <a:pt x="203200" y="116840"/>
                    <a:pt x="207010" y="175260"/>
                    <a:pt x="204470" y="208280"/>
                  </a:cubicBezTo>
                  <a:cubicBezTo>
                    <a:pt x="201930" y="232410"/>
                    <a:pt x="200660" y="259080"/>
                    <a:pt x="191770" y="270510"/>
                  </a:cubicBezTo>
                  <a:cubicBezTo>
                    <a:pt x="186690" y="278130"/>
                    <a:pt x="177800" y="284480"/>
                    <a:pt x="172720" y="283210"/>
                  </a:cubicBezTo>
                  <a:cubicBezTo>
                    <a:pt x="166370" y="281940"/>
                    <a:pt x="154940" y="267970"/>
                    <a:pt x="154940" y="261620"/>
                  </a:cubicBezTo>
                  <a:cubicBezTo>
                    <a:pt x="154940" y="255270"/>
                    <a:pt x="165100" y="246380"/>
                    <a:pt x="171450" y="245110"/>
                  </a:cubicBezTo>
                  <a:cubicBezTo>
                    <a:pt x="176530" y="243840"/>
                    <a:pt x="185420" y="247650"/>
                    <a:pt x="187960" y="251460"/>
                  </a:cubicBezTo>
                  <a:cubicBezTo>
                    <a:pt x="191770" y="256540"/>
                    <a:pt x="193040" y="269240"/>
                    <a:pt x="190500" y="274320"/>
                  </a:cubicBezTo>
                  <a:cubicBezTo>
                    <a:pt x="187960" y="279400"/>
                    <a:pt x="179070" y="283210"/>
                    <a:pt x="173990" y="283210"/>
                  </a:cubicBezTo>
                  <a:cubicBezTo>
                    <a:pt x="167640" y="281940"/>
                    <a:pt x="157480" y="273050"/>
                    <a:pt x="154940" y="262890"/>
                  </a:cubicBezTo>
                  <a:cubicBezTo>
                    <a:pt x="151130" y="250190"/>
                    <a:pt x="163830" y="231140"/>
                    <a:pt x="166370" y="209550"/>
                  </a:cubicBezTo>
                  <a:cubicBezTo>
                    <a:pt x="167640" y="175260"/>
                    <a:pt x="173990" y="106680"/>
                    <a:pt x="157480" y="78740"/>
                  </a:cubicBezTo>
                  <a:cubicBezTo>
                    <a:pt x="144780" y="58420"/>
                    <a:pt x="114300" y="36830"/>
                    <a:pt x="99060" y="40640"/>
                  </a:cubicBezTo>
                  <a:cubicBezTo>
                    <a:pt x="86360" y="44450"/>
                    <a:pt x="78740" y="73660"/>
                    <a:pt x="72390" y="96520"/>
                  </a:cubicBezTo>
                  <a:cubicBezTo>
                    <a:pt x="64770" y="128270"/>
                    <a:pt x="72390" y="191770"/>
                    <a:pt x="64770" y="212090"/>
                  </a:cubicBezTo>
                  <a:cubicBezTo>
                    <a:pt x="60960" y="220980"/>
                    <a:pt x="55880" y="227330"/>
                    <a:pt x="50800" y="228600"/>
                  </a:cubicBezTo>
                  <a:cubicBezTo>
                    <a:pt x="44450" y="228600"/>
                    <a:pt x="34290" y="224790"/>
                    <a:pt x="27940" y="215900"/>
                  </a:cubicBezTo>
                  <a:cubicBezTo>
                    <a:pt x="13970" y="199390"/>
                    <a:pt x="0" y="124460"/>
                    <a:pt x="5080" y="102870"/>
                  </a:cubicBezTo>
                  <a:cubicBezTo>
                    <a:pt x="7620" y="92710"/>
                    <a:pt x="15240" y="85090"/>
                    <a:pt x="21590" y="83820"/>
                  </a:cubicBezTo>
                  <a:cubicBezTo>
                    <a:pt x="27940" y="82550"/>
                    <a:pt x="43180" y="97790"/>
                    <a:pt x="43180" y="977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12210098" y="1329690"/>
            <a:ext cx="104775" cy="260985"/>
            <a:chOff x="0" y="0"/>
            <a:chExt cx="139700" cy="34798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36830" y="49530"/>
              <a:ext cx="53340" cy="246380"/>
            </a:xfrm>
            <a:custGeom>
              <a:avLst/>
              <a:gdLst/>
              <a:ahLst/>
              <a:cxnLst/>
              <a:rect r="r" b="b" t="t" l="l"/>
              <a:pathLst>
                <a:path h="246380" w="53340">
                  <a:moveTo>
                    <a:pt x="52070" y="20320"/>
                  </a:moveTo>
                  <a:cubicBezTo>
                    <a:pt x="45720" y="242570"/>
                    <a:pt x="33020" y="246380"/>
                    <a:pt x="26670" y="245110"/>
                  </a:cubicBezTo>
                  <a:cubicBezTo>
                    <a:pt x="20320" y="242570"/>
                    <a:pt x="13970" y="231140"/>
                    <a:pt x="15240" y="224790"/>
                  </a:cubicBezTo>
                  <a:cubicBezTo>
                    <a:pt x="15240" y="219710"/>
                    <a:pt x="20320" y="212090"/>
                    <a:pt x="24130" y="210820"/>
                  </a:cubicBezTo>
                  <a:cubicBezTo>
                    <a:pt x="30480" y="208280"/>
                    <a:pt x="43180" y="209550"/>
                    <a:pt x="46990" y="214630"/>
                  </a:cubicBezTo>
                  <a:cubicBezTo>
                    <a:pt x="50800" y="217170"/>
                    <a:pt x="53340" y="226060"/>
                    <a:pt x="52070" y="231140"/>
                  </a:cubicBezTo>
                  <a:cubicBezTo>
                    <a:pt x="50800" y="237490"/>
                    <a:pt x="40640" y="246380"/>
                    <a:pt x="34290" y="246380"/>
                  </a:cubicBezTo>
                  <a:cubicBezTo>
                    <a:pt x="27940" y="246380"/>
                    <a:pt x="19050" y="238760"/>
                    <a:pt x="13970" y="227330"/>
                  </a:cubicBezTo>
                  <a:cubicBezTo>
                    <a:pt x="1270" y="195580"/>
                    <a:pt x="0" y="50800"/>
                    <a:pt x="13970" y="20320"/>
                  </a:cubicBezTo>
                  <a:cubicBezTo>
                    <a:pt x="20320" y="8890"/>
                    <a:pt x="29210" y="0"/>
                    <a:pt x="35560" y="1270"/>
                  </a:cubicBezTo>
                  <a:cubicBezTo>
                    <a:pt x="41910" y="1270"/>
                    <a:pt x="52070" y="20320"/>
                    <a:pt x="52070" y="203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158662" y="1398270"/>
            <a:ext cx="208597" cy="113348"/>
            <a:chOff x="0" y="0"/>
            <a:chExt cx="278130" cy="15113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50800" y="46990"/>
              <a:ext cx="176530" cy="54610"/>
            </a:xfrm>
            <a:custGeom>
              <a:avLst/>
              <a:gdLst/>
              <a:ahLst/>
              <a:cxnLst/>
              <a:rect r="r" b="b" t="t" l="l"/>
              <a:pathLst>
                <a:path h="54610" w="176530">
                  <a:moveTo>
                    <a:pt x="21590" y="3810"/>
                  </a:moveTo>
                  <a:cubicBezTo>
                    <a:pt x="130810" y="13970"/>
                    <a:pt x="148590" y="0"/>
                    <a:pt x="158750" y="3810"/>
                  </a:cubicBezTo>
                  <a:cubicBezTo>
                    <a:pt x="167640" y="7620"/>
                    <a:pt x="176530" y="19050"/>
                    <a:pt x="176530" y="25400"/>
                  </a:cubicBezTo>
                  <a:cubicBezTo>
                    <a:pt x="176530" y="31750"/>
                    <a:pt x="170180" y="38100"/>
                    <a:pt x="165100" y="40640"/>
                  </a:cubicBezTo>
                  <a:cubicBezTo>
                    <a:pt x="160020" y="41910"/>
                    <a:pt x="147320" y="40640"/>
                    <a:pt x="143510" y="35560"/>
                  </a:cubicBezTo>
                  <a:cubicBezTo>
                    <a:pt x="138430" y="30480"/>
                    <a:pt x="138430" y="17780"/>
                    <a:pt x="140970" y="12700"/>
                  </a:cubicBezTo>
                  <a:cubicBezTo>
                    <a:pt x="143510" y="7620"/>
                    <a:pt x="151130" y="3810"/>
                    <a:pt x="157480" y="3810"/>
                  </a:cubicBezTo>
                  <a:cubicBezTo>
                    <a:pt x="162560" y="3810"/>
                    <a:pt x="173990" y="11430"/>
                    <a:pt x="175260" y="17780"/>
                  </a:cubicBezTo>
                  <a:cubicBezTo>
                    <a:pt x="176530" y="24130"/>
                    <a:pt x="168910" y="35560"/>
                    <a:pt x="161290" y="41910"/>
                  </a:cubicBezTo>
                  <a:cubicBezTo>
                    <a:pt x="151130" y="49530"/>
                    <a:pt x="130810" y="52070"/>
                    <a:pt x="111760" y="53340"/>
                  </a:cubicBezTo>
                  <a:cubicBezTo>
                    <a:pt x="85090" y="54610"/>
                    <a:pt x="33020" y="52070"/>
                    <a:pt x="16510" y="41910"/>
                  </a:cubicBezTo>
                  <a:cubicBezTo>
                    <a:pt x="6350" y="36830"/>
                    <a:pt x="0" y="27940"/>
                    <a:pt x="0" y="22860"/>
                  </a:cubicBezTo>
                  <a:cubicBezTo>
                    <a:pt x="1270" y="15240"/>
                    <a:pt x="21590" y="3810"/>
                    <a:pt x="21590" y="38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12411075" y="1302068"/>
            <a:ext cx="162878" cy="261938"/>
            <a:chOff x="0" y="0"/>
            <a:chExt cx="217170" cy="34925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49530" y="45720"/>
              <a:ext cx="128270" cy="252730"/>
            </a:xfrm>
            <a:custGeom>
              <a:avLst/>
              <a:gdLst/>
              <a:ahLst/>
              <a:cxnLst/>
              <a:rect r="r" b="b" t="t" l="l"/>
              <a:pathLst>
                <a:path h="252730" w="128270">
                  <a:moveTo>
                    <a:pt x="1270" y="142240"/>
                  </a:moveTo>
                  <a:cubicBezTo>
                    <a:pt x="64770" y="20320"/>
                    <a:pt x="73660" y="8890"/>
                    <a:pt x="83820" y="5080"/>
                  </a:cubicBezTo>
                  <a:cubicBezTo>
                    <a:pt x="91440" y="2540"/>
                    <a:pt x="99060" y="1270"/>
                    <a:pt x="105410" y="7620"/>
                  </a:cubicBezTo>
                  <a:cubicBezTo>
                    <a:pt x="124460" y="26670"/>
                    <a:pt x="128270" y="215900"/>
                    <a:pt x="115570" y="242570"/>
                  </a:cubicBezTo>
                  <a:cubicBezTo>
                    <a:pt x="111760" y="248920"/>
                    <a:pt x="105410" y="251460"/>
                    <a:pt x="100330" y="252730"/>
                  </a:cubicBezTo>
                  <a:cubicBezTo>
                    <a:pt x="95250" y="252730"/>
                    <a:pt x="83820" y="247650"/>
                    <a:pt x="81280" y="242570"/>
                  </a:cubicBezTo>
                  <a:cubicBezTo>
                    <a:pt x="78740" y="237490"/>
                    <a:pt x="80010" y="226060"/>
                    <a:pt x="83820" y="220980"/>
                  </a:cubicBezTo>
                  <a:cubicBezTo>
                    <a:pt x="86360" y="217170"/>
                    <a:pt x="95250" y="213360"/>
                    <a:pt x="100330" y="214630"/>
                  </a:cubicBezTo>
                  <a:cubicBezTo>
                    <a:pt x="105410" y="214630"/>
                    <a:pt x="113030" y="219710"/>
                    <a:pt x="115570" y="223520"/>
                  </a:cubicBezTo>
                  <a:cubicBezTo>
                    <a:pt x="116840" y="229870"/>
                    <a:pt x="115570" y="242570"/>
                    <a:pt x="111760" y="246380"/>
                  </a:cubicBezTo>
                  <a:cubicBezTo>
                    <a:pt x="107950" y="250190"/>
                    <a:pt x="100330" y="252730"/>
                    <a:pt x="93980" y="251460"/>
                  </a:cubicBezTo>
                  <a:cubicBezTo>
                    <a:pt x="88900" y="250190"/>
                    <a:pt x="78740" y="240030"/>
                    <a:pt x="78740" y="234950"/>
                  </a:cubicBezTo>
                  <a:cubicBezTo>
                    <a:pt x="78740" y="228600"/>
                    <a:pt x="91440" y="214630"/>
                    <a:pt x="97790" y="214630"/>
                  </a:cubicBezTo>
                  <a:cubicBezTo>
                    <a:pt x="104140" y="214630"/>
                    <a:pt x="118110" y="227330"/>
                    <a:pt x="116840" y="233680"/>
                  </a:cubicBezTo>
                  <a:cubicBezTo>
                    <a:pt x="116840" y="240030"/>
                    <a:pt x="102870" y="252730"/>
                    <a:pt x="96520" y="252730"/>
                  </a:cubicBezTo>
                  <a:cubicBezTo>
                    <a:pt x="90170" y="251460"/>
                    <a:pt x="83820" y="243840"/>
                    <a:pt x="78740" y="233680"/>
                  </a:cubicBezTo>
                  <a:cubicBezTo>
                    <a:pt x="67310" y="200660"/>
                    <a:pt x="66040" y="21590"/>
                    <a:pt x="83820" y="5080"/>
                  </a:cubicBezTo>
                  <a:cubicBezTo>
                    <a:pt x="88900" y="0"/>
                    <a:pt x="100330" y="3810"/>
                    <a:pt x="105410" y="7620"/>
                  </a:cubicBezTo>
                  <a:cubicBezTo>
                    <a:pt x="110490" y="11430"/>
                    <a:pt x="113030" y="21590"/>
                    <a:pt x="111760" y="27940"/>
                  </a:cubicBezTo>
                  <a:cubicBezTo>
                    <a:pt x="109220" y="35560"/>
                    <a:pt x="95250" y="38100"/>
                    <a:pt x="86360" y="49530"/>
                  </a:cubicBezTo>
                  <a:cubicBezTo>
                    <a:pt x="69850" y="72390"/>
                    <a:pt x="52070" y="148590"/>
                    <a:pt x="33020" y="162560"/>
                  </a:cubicBezTo>
                  <a:cubicBezTo>
                    <a:pt x="24130" y="170180"/>
                    <a:pt x="10160" y="171450"/>
                    <a:pt x="5080" y="167640"/>
                  </a:cubicBezTo>
                  <a:cubicBezTo>
                    <a:pt x="0" y="163830"/>
                    <a:pt x="1270" y="142240"/>
                    <a:pt x="1270" y="142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573952" y="1251585"/>
            <a:ext cx="159067" cy="416243"/>
            <a:chOff x="0" y="0"/>
            <a:chExt cx="212090" cy="55499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48260" y="49530"/>
              <a:ext cx="116840" cy="455930"/>
            </a:xfrm>
            <a:custGeom>
              <a:avLst/>
              <a:gdLst/>
              <a:ahLst/>
              <a:cxnLst/>
              <a:rect r="r" b="b" t="t" l="l"/>
              <a:pathLst>
                <a:path h="455930" w="116840">
                  <a:moveTo>
                    <a:pt x="62230" y="13970"/>
                  </a:moveTo>
                  <a:cubicBezTo>
                    <a:pt x="115570" y="189230"/>
                    <a:pt x="116840" y="224790"/>
                    <a:pt x="111760" y="265430"/>
                  </a:cubicBezTo>
                  <a:cubicBezTo>
                    <a:pt x="106680" y="311150"/>
                    <a:pt x="93980" y="377190"/>
                    <a:pt x="73660" y="410210"/>
                  </a:cubicBezTo>
                  <a:cubicBezTo>
                    <a:pt x="59690" y="431800"/>
                    <a:pt x="35560" y="452120"/>
                    <a:pt x="22860" y="453390"/>
                  </a:cubicBezTo>
                  <a:cubicBezTo>
                    <a:pt x="15240" y="454660"/>
                    <a:pt x="6350" y="448310"/>
                    <a:pt x="3810" y="443230"/>
                  </a:cubicBezTo>
                  <a:cubicBezTo>
                    <a:pt x="1270" y="436880"/>
                    <a:pt x="3810" y="422910"/>
                    <a:pt x="8890" y="419100"/>
                  </a:cubicBezTo>
                  <a:cubicBezTo>
                    <a:pt x="15240" y="416560"/>
                    <a:pt x="33020" y="419100"/>
                    <a:pt x="36830" y="424180"/>
                  </a:cubicBezTo>
                  <a:cubicBezTo>
                    <a:pt x="39370" y="430530"/>
                    <a:pt x="30480" y="450850"/>
                    <a:pt x="24130" y="453390"/>
                  </a:cubicBezTo>
                  <a:cubicBezTo>
                    <a:pt x="19050" y="455930"/>
                    <a:pt x="6350" y="449580"/>
                    <a:pt x="3810" y="443230"/>
                  </a:cubicBezTo>
                  <a:cubicBezTo>
                    <a:pt x="1270" y="438150"/>
                    <a:pt x="2540" y="424180"/>
                    <a:pt x="7620" y="420370"/>
                  </a:cubicBezTo>
                  <a:cubicBezTo>
                    <a:pt x="12700" y="416560"/>
                    <a:pt x="31750" y="417830"/>
                    <a:pt x="35560" y="422910"/>
                  </a:cubicBezTo>
                  <a:cubicBezTo>
                    <a:pt x="39370" y="427990"/>
                    <a:pt x="33020" y="450850"/>
                    <a:pt x="26670" y="453390"/>
                  </a:cubicBezTo>
                  <a:cubicBezTo>
                    <a:pt x="21590" y="454660"/>
                    <a:pt x="2540" y="445770"/>
                    <a:pt x="2540" y="439420"/>
                  </a:cubicBezTo>
                  <a:cubicBezTo>
                    <a:pt x="0" y="429260"/>
                    <a:pt x="26670" y="417830"/>
                    <a:pt x="36830" y="400050"/>
                  </a:cubicBezTo>
                  <a:cubicBezTo>
                    <a:pt x="53340" y="369570"/>
                    <a:pt x="68580" y="304800"/>
                    <a:pt x="73660" y="262890"/>
                  </a:cubicBezTo>
                  <a:cubicBezTo>
                    <a:pt x="77470" y="226060"/>
                    <a:pt x="78740" y="196850"/>
                    <a:pt x="72390" y="160020"/>
                  </a:cubicBezTo>
                  <a:cubicBezTo>
                    <a:pt x="64770" y="116840"/>
                    <a:pt x="20320" y="46990"/>
                    <a:pt x="24130" y="21590"/>
                  </a:cubicBezTo>
                  <a:cubicBezTo>
                    <a:pt x="26670" y="11430"/>
                    <a:pt x="33020" y="2540"/>
                    <a:pt x="39370" y="1270"/>
                  </a:cubicBezTo>
                  <a:cubicBezTo>
                    <a:pt x="45720" y="0"/>
                    <a:pt x="62230" y="13970"/>
                    <a:pt x="62230" y="139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1372850" y="1597342"/>
            <a:ext cx="1417320" cy="104775"/>
            <a:chOff x="0" y="0"/>
            <a:chExt cx="1889760" cy="139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0" y="49530"/>
              <a:ext cx="1788160" cy="86360"/>
            </a:xfrm>
            <a:custGeom>
              <a:avLst/>
              <a:gdLst/>
              <a:ahLst/>
              <a:cxnLst/>
              <a:rect r="r" b="b" t="t" l="l"/>
              <a:pathLst>
                <a:path h="86360" w="1788160">
                  <a:moveTo>
                    <a:pt x="19050" y="1270"/>
                  </a:moveTo>
                  <a:cubicBezTo>
                    <a:pt x="1783080" y="6350"/>
                    <a:pt x="1788160" y="15240"/>
                    <a:pt x="1788160" y="21590"/>
                  </a:cubicBezTo>
                  <a:cubicBezTo>
                    <a:pt x="1788160" y="26670"/>
                    <a:pt x="1774190" y="38100"/>
                    <a:pt x="1766570" y="39370"/>
                  </a:cubicBezTo>
                  <a:cubicBezTo>
                    <a:pt x="1761490" y="39370"/>
                    <a:pt x="1753870" y="34290"/>
                    <a:pt x="1752600" y="29210"/>
                  </a:cubicBezTo>
                  <a:cubicBezTo>
                    <a:pt x="1750060" y="22860"/>
                    <a:pt x="1752600" y="10160"/>
                    <a:pt x="1756410" y="6350"/>
                  </a:cubicBezTo>
                  <a:cubicBezTo>
                    <a:pt x="1760220" y="2540"/>
                    <a:pt x="1767840" y="0"/>
                    <a:pt x="1772920" y="1270"/>
                  </a:cubicBezTo>
                  <a:cubicBezTo>
                    <a:pt x="1779270" y="2540"/>
                    <a:pt x="1788160" y="12700"/>
                    <a:pt x="1788160" y="19050"/>
                  </a:cubicBezTo>
                  <a:cubicBezTo>
                    <a:pt x="1788160" y="25400"/>
                    <a:pt x="1783080" y="33020"/>
                    <a:pt x="1769110" y="39370"/>
                  </a:cubicBezTo>
                  <a:cubicBezTo>
                    <a:pt x="1658620" y="86360"/>
                    <a:pt x="128270" y="80010"/>
                    <a:pt x="19050" y="39370"/>
                  </a:cubicBezTo>
                  <a:cubicBezTo>
                    <a:pt x="6350" y="34290"/>
                    <a:pt x="0" y="27940"/>
                    <a:pt x="0" y="22860"/>
                  </a:cubicBezTo>
                  <a:cubicBezTo>
                    <a:pt x="0" y="15240"/>
                    <a:pt x="19050" y="1270"/>
                    <a:pt x="19050" y="12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8" id="118"/>
          <p:cNvGrpSpPr/>
          <p:nvPr/>
        </p:nvGrpSpPr>
        <p:grpSpPr>
          <a:xfrm rot="0">
            <a:off x="11858625" y="1742123"/>
            <a:ext cx="248603" cy="295275"/>
            <a:chOff x="0" y="0"/>
            <a:chExt cx="331470" cy="3937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49530" y="45720"/>
              <a:ext cx="234950" cy="313690"/>
            </a:xfrm>
            <a:custGeom>
              <a:avLst/>
              <a:gdLst/>
              <a:ahLst/>
              <a:cxnLst/>
              <a:rect r="r" b="b" t="t" l="l"/>
              <a:pathLst>
                <a:path h="313690" w="234950">
                  <a:moveTo>
                    <a:pt x="91440" y="148590"/>
                  </a:moveTo>
                  <a:cubicBezTo>
                    <a:pt x="59690" y="130810"/>
                    <a:pt x="48260" y="111760"/>
                    <a:pt x="48260" y="97790"/>
                  </a:cubicBezTo>
                  <a:cubicBezTo>
                    <a:pt x="46990" y="82550"/>
                    <a:pt x="55880" y="64770"/>
                    <a:pt x="63500" y="50800"/>
                  </a:cubicBezTo>
                  <a:cubicBezTo>
                    <a:pt x="72390" y="35560"/>
                    <a:pt x="82550" y="20320"/>
                    <a:pt x="97790" y="12700"/>
                  </a:cubicBezTo>
                  <a:cubicBezTo>
                    <a:pt x="115570" y="3810"/>
                    <a:pt x="144780" y="0"/>
                    <a:pt x="163830" y="5080"/>
                  </a:cubicBezTo>
                  <a:cubicBezTo>
                    <a:pt x="181610" y="8890"/>
                    <a:pt x="199390" y="19050"/>
                    <a:pt x="210820" y="34290"/>
                  </a:cubicBezTo>
                  <a:cubicBezTo>
                    <a:pt x="223520" y="52070"/>
                    <a:pt x="232410" y="85090"/>
                    <a:pt x="231140" y="109220"/>
                  </a:cubicBezTo>
                  <a:cubicBezTo>
                    <a:pt x="228600" y="133350"/>
                    <a:pt x="218440" y="154940"/>
                    <a:pt x="199390" y="179070"/>
                  </a:cubicBezTo>
                  <a:cubicBezTo>
                    <a:pt x="171450" y="213360"/>
                    <a:pt x="91440" y="265430"/>
                    <a:pt x="58420" y="283210"/>
                  </a:cubicBezTo>
                  <a:cubicBezTo>
                    <a:pt x="43180" y="290830"/>
                    <a:pt x="31750" y="298450"/>
                    <a:pt x="21590" y="295910"/>
                  </a:cubicBezTo>
                  <a:cubicBezTo>
                    <a:pt x="12700" y="294640"/>
                    <a:pt x="2540" y="287020"/>
                    <a:pt x="1270" y="280670"/>
                  </a:cubicBezTo>
                  <a:cubicBezTo>
                    <a:pt x="0" y="274320"/>
                    <a:pt x="5080" y="264160"/>
                    <a:pt x="15240" y="259080"/>
                  </a:cubicBezTo>
                  <a:cubicBezTo>
                    <a:pt x="40640" y="245110"/>
                    <a:pt x="184150" y="254000"/>
                    <a:pt x="213360" y="260350"/>
                  </a:cubicBezTo>
                  <a:cubicBezTo>
                    <a:pt x="222250" y="262890"/>
                    <a:pt x="226060" y="264160"/>
                    <a:pt x="228600" y="269240"/>
                  </a:cubicBezTo>
                  <a:cubicBezTo>
                    <a:pt x="232410" y="274320"/>
                    <a:pt x="232410" y="288290"/>
                    <a:pt x="227330" y="292100"/>
                  </a:cubicBezTo>
                  <a:cubicBezTo>
                    <a:pt x="222250" y="295910"/>
                    <a:pt x="199390" y="293370"/>
                    <a:pt x="196850" y="288290"/>
                  </a:cubicBezTo>
                  <a:cubicBezTo>
                    <a:pt x="193040" y="283210"/>
                    <a:pt x="204470" y="262890"/>
                    <a:pt x="210820" y="260350"/>
                  </a:cubicBezTo>
                  <a:cubicBezTo>
                    <a:pt x="215900" y="259080"/>
                    <a:pt x="224790" y="262890"/>
                    <a:pt x="227330" y="267970"/>
                  </a:cubicBezTo>
                  <a:cubicBezTo>
                    <a:pt x="231140" y="271780"/>
                    <a:pt x="234950" y="284480"/>
                    <a:pt x="228600" y="290830"/>
                  </a:cubicBezTo>
                  <a:cubicBezTo>
                    <a:pt x="212090" y="308610"/>
                    <a:pt x="35560" y="313690"/>
                    <a:pt x="12700" y="294640"/>
                  </a:cubicBezTo>
                  <a:cubicBezTo>
                    <a:pt x="3810" y="287020"/>
                    <a:pt x="2540" y="274320"/>
                    <a:pt x="6350" y="264160"/>
                  </a:cubicBezTo>
                  <a:cubicBezTo>
                    <a:pt x="16510" y="245110"/>
                    <a:pt x="80010" y="228600"/>
                    <a:pt x="109220" y="209550"/>
                  </a:cubicBezTo>
                  <a:cubicBezTo>
                    <a:pt x="132080" y="193040"/>
                    <a:pt x="153670" y="180340"/>
                    <a:pt x="167640" y="158750"/>
                  </a:cubicBezTo>
                  <a:cubicBezTo>
                    <a:pt x="181610" y="138430"/>
                    <a:pt x="191770" y="102870"/>
                    <a:pt x="191770" y="85090"/>
                  </a:cubicBezTo>
                  <a:cubicBezTo>
                    <a:pt x="191770" y="76200"/>
                    <a:pt x="190500" y="69850"/>
                    <a:pt x="185420" y="63500"/>
                  </a:cubicBezTo>
                  <a:cubicBezTo>
                    <a:pt x="177800" y="53340"/>
                    <a:pt x="154940" y="36830"/>
                    <a:pt x="140970" y="38100"/>
                  </a:cubicBezTo>
                  <a:cubicBezTo>
                    <a:pt x="123190" y="39370"/>
                    <a:pt x="96520" y="66040"/>
                    <a:pt x="88900" y="80010"/>
                  </a:cubicBezTo>
                  <a:cubicBezTo>
                    <a:pt x="85090" y="88900"/>
                    <a:pt x="83820" y="100330"/>
                    <a:pt x="87630" y="107950"/>
                  </a:cubicBezTo>
                  <a:cubicBezTo>
                    <a:pt x="91440" y="116840"/>
                    <a:pt x="116840" y="121920"/>
                    <a:pt x="116840" y="129540"/>
                  </a:cubicBezTo>
                  <a:cubicBezTo>
                    <a:pt x="116840" y="135890"/>
                    <a:pt x="91440" y="148590"/>
                    <a:pt x="91440" y="1485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20" id="120"/>
          <p:cNvSpPr txBox="true"/>
          <p:nvPr/>
        </p:nvSpPr>
        <p:spPr>
          <a:xfrm rot="0">
            <a:off x="1028700" y="2081217"/>
            <a:ext cx="7726615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0"/>
              </a:lnSpc>
            </a:pPr>
            <a:r>
              <a:rPr lang="en-US" sz="15000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Teoría de números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571734" y="649073"/>
            <a:ext cx="2286355" cy="67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1"/>
              </a:lnSpc>
            </a:pPr>
            <a:r>
              <a:rPr lang="en-US" sz="3858" b="true">
                <a:solidFill>
                  <a:srgbClr val="274C43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Sesión 4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535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125" id="125"/>
          <p:cNvSpPr txBox="true"/>
          <p:nvPr/>
        </p:nvSpPr>
        <p:spPr>
          <a:xfrm rot="0">
            <a:off x="716019" y="6504114"/>
            <a:ext cx="5486643" cy="315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0086" indent="-450043" lvl="1">
              <a:lnSpc>
                <a:spcPts val="5002"/>
              </a:lnSpc>
              <a:buFont typeface="Arial"/>
              <a:buChar char="•"/>
            </a:pPr>
            <a:r>
              <a:rPr lang="en-US" b="true" sz="4168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Divisibilidad</a:t>
            </a:r>
          </a:p>
          <a:p>
            <a:pPr algn="l" marL="900086" indent="-450043" lvl="1">
              <a:lnSpc>
                <a:spcPts val="5002"/>
              </a:lnSpc>
              <a:buFont typeface="Arial"/>
              <a:buChar char="•"/>
            </a:pPr>
            <a:r>
              <a:rPr lang="en-US" b="true" sz="4168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Funciones</a:t>
            </a:r>
          </a:p>
          <a:p>
            <a:pPr algn="l" marL="900086" indent="-450043" lvl="1">
              <a:lnSpc>
                <a:spcPts val="5002"/>
              </a:lnSpc>
              <a:buFont typeface="Arial"/>
              <a:buChar char="•"/>
            </a:pPr>
            <a:r>
              <a:rPr lang="en-US" b="true" sz="4168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Primalidad</a:t>
            </a:r>
          </a:p>
          <a:p>
            <a:pPr algn="l" marL="900086" indent="-450043" lvl="1">
              <a:lnSpc>
                <a:spcPts val="5002"/>
              </a:lnSpc>
              <a:buFont typeface="Arial"/>
              <a:buChar char="•"/>
            </a:pPr>
            <a:r>
              <a:rPr lang="en-US" b="true" sz="4168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Factorización</a:t>
            </a:r>
          </a:p>
          <a:p>
            <a:pPr algn="l" marL="900086" indent="-450043" lvl="1">
              <a:lnSpc>
                <a:spcPts val="5002"/>
              </a:lnSpc>
              <a:buFont typeface="Arial"/>
              <a:buChar char="•"/>
            </a:pPr>
            <a:r>
              <a:rPr lang="en-US" b="true" sz="4168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M.C.D. y M.C.M.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10807065" y="1490662"/>
            <a:ext cx="230505" cy="282892"/>
            <a:chOff x="0" y="0"/>
            <a:chExt cx="307340" cy="37719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34290" y="49530"/>
              <a:ext cx="223520" cy="276860"/>
            </a:xfrm>
            <a:custGeom>
              <a:avLst/>
              <a:gdLst/>
              <a:ahLst/>
              <a:cxnLst/>
              <a:rect r="r" b="b" t="t" l="l"/>
              <a:pathLst>
                <a:path h="276860" w="223520">
                  <a:moveTo>
                    <a:pt x="60960" y="95250"/>
                  </a:moveTo>
                  <a:cubicBezTo>
                    <a:pt x="44450" y="262890"/>
                    <a:pt x="38100" y="267970"/>
                    <a:pt x="33020" y="267970"/>
                  </a:cubicBezTo>
                  <a:cubicBezTo>
                    <a:pt x="27940" y="269240"/>
                    <a:pt x="20320" y="267970"/>
                    <a:pt x="16510" y="261620"/>
                  </a:cubicBezTo>
                  <a:cubicBezTo>
                    <a:pt x="3810" y="242570"/>
                    <a:pt x="17780" y="125730"/>
                    <a:pt x="30480" y="82550"/>
                  </a:cubicBezTo>
                  <a:cubicBezTo>
                    <a:pt x="38100" y="55880"/>
                    <a:pt x="48260" y="34290"/>
                    <a:pt x="62230" y="20320"/>
                  </a:cubicBezTo>
                  <a:cubicBezTo>
                    <a:pt x="73660" y="10160"/>
                    <a:pt x="87630" y="2540"/>
                    <a:pt x="100330" y="1270"/>
                  </a:cubicBezTo>
                  <a:cubicBezTo>
                    <a:pt x="114300" y="0"/>
                    <a:pt x="130810" y="3810"/>
                    <a:pt x="140970" y="11430"/>
                  </a:cubicBezTo>
                  <a:cubicBezTo>
                    <a:pt x="149860" y="16510"/>
                    <a:pt x="154940" y="24130"/>
                    <a:pt x="161290" y="38100"/>
                  </a:cubicBezTo>
                  <a:cubicBezTo>
                    <a:pt x="175260" y="69850"/>
                    <a:pt x="182880" y="176530"/>
                    <a:pt x="196850" y="213360"/>
                  </a:cubicBezTo>
                  <a:cubicBezTo>
                    <a:pt x="204470" y="231140"/>
                    <a:pt x="220980" y="241300"/>
                    <a:pt x="220980" y="252730"/>
                  </a:cubicBezTo>
                  <a:cubicBezTo>
                    <a:pt x="220980" y="261620"/>
                    <a:pt x="213360" y="274320"/>
                    <a:pt x="207010" y="275590"/>
                  </a:cubicBezTo>
                  <a:cubicBezTo>
                    <a:pt x="200660" y="276860"/>
                    <a:pt x="184150" y="265430"/>
                    <a:pt x="184150" y="260350"/>
                  </a:cubicBezTo>
                  <a:cubicBezTo>
                    <a:pt x="184150" y="254000"/>
                    <a:pt x="200660" y="237490"/>
                    <a:pt x="207010" y="238760"/>
                  </a:cubicBezTo>
                  <a:cubicBezTo>
                    <a:pt x="213360" y="240030"/>
                    <a:pt x="223520" y="257810"/>
                    <a:pt x="220980" y="262890"/>
                  </a:cubicBezTo>
                  <a:cubicBezTo>
                    <a:pt x="218440" y="269240"/>
                    <a:pt x="200660" y="275590"/>
                    <a:pt x="191770" y="271780"/>
                  </a:cubicBezTo>
                  <a:cubicBezTo>
                    <a:pt x="179070" y="267970"/>
                    <a:pt x="168910" y="246380"/>
                    <a:pt x="160020" y="223520"/>
                  </a:cubicBezTo>
                  <a:cubicBezTo>
                    <a:pt x="146050" y="185420"/>
                    <a:pt x="140970" y="83820"/>
                    <a:pt x="128270" y="57150"/>
                  </a:cubicBezTo>
                  <a:cubicBezTo>
                    <a:pt x="123190" y="46990"/>
                    <a:pt x="119380" y="40640"/>
                    <a:pt x="113030" y="39370"/>
                  </a:cubicBezTo>
                  <a:cubicBezTo>
                    <a:pt x="106680" y="36830"/>
                    <a:pt x="97790" y="40640"/>
                    <a:pt x="90170" y="46990"/>
                  </a:cubicBezTo>
                  <a:cubicBezTo>
                    <a:pt x="81280" y="54610"/>
                    <a:pt x="73660" y="71120"/>
                    <a:pt x="67310" y="92710"/>
                  </a:cubicBezTo>
                  <a:cubicBezTo>
                    <a:pt x="55880" y="129540"/>
                    <a:pt x="66040" y="240030"/>
                    <a:pt x="46990" y="257810"/>
                  </a:cubicBezTo>
                  <a:cubicBezTo>
                    <a:pt x="39370" y="266700"/>
                    <a:pt x="22860" y="267970"/>
                    <a:pt x="16510" y="261620"/>
                  </a:cubicBezTo>
                  <a:cubicBezTo>
                    <a:pt x="0" y="246380"/>
                    <a:pt x="8890" y="110490"/>
                    <a:pt x="24130" y="86360"/>
                  </a:cubicBezTo>
                  <a:cubicBezTo>
                    <a:pt x="30480" y="76200"/>
                    <a:pt x="43180" y="71120"/>
                    <a:pt x="49530" y="73660"/>
                  </a:cubicBezTo>
                  <a:cubicBezTo>
                    <a:pt x="54610" y="74930"/>
                    <a:pt x="60960" y="95250"/>
                    <a:pt x="60960" y="952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4165" y="-668700"/>
            <a:ext cx="19996329" cy="12400501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43235" cy="17824797"/>
            </a:xfrm>
            <a:custGeom>
              <a:avLst/>
              <a:gdLst/>
              <a:ahLst/>
              <a:cxnLst/>
              <a:rect r="r" b="b" t="t" l="l"/>
              <a:pathLst>
                <a:path h="17824797" w="28743235">
                  <a:moveTo>
                    <a:pt x="28743235" y="196959"/>
                  </a:moveTo>
                  <a:lnTo>
                    <a:pt x="28743235" y="0"/>
                  </a:lnTo>
                  <a:lnTo>
                    <a:pt x="158802" y="0"/>
                  </a:lnTo>
                  <a:lnTo>
                    <a:pt x="158802" y="98480"/>
                  </a:lnTo>
                  <a:lnTo>
                    <a:pt x="0" y="98480"/>
                  </a:lnTo>
                  <a:lnTo>
                    <a:pt x="0" y="17824797"/>
                  </a:lnTo>
                  <a:lnTo>
                    <a:pt x="317605" y="17824797"/>
                  </a:lnTo>
                  <a:lnTo>
                    <a:pt x="317605" y="14378012"/>
                  </a:lnTo>
                  <a:lnTo>
                    <a:pt x="5716887" y="14378012"/>
                  </a:lnTo>
                  <a:lnTo>
                    <a:pt x="5716887" y="17824797"/>
                  </a:lnTo>
                  <a:lnTo>
                    <a:pt x="6034491" y="17824797"/>
                  </a:lnTo>
                  <a:lnTo>
                    <a:pt x="6034491" y="14378012"/>
                  </a:lnTo>
                  <a:lnTo>
                    <a:pt x="11433773" y="14378012"/>
                  </a:lnTo>
                  <a:lnTo>
                    <a:pt x="11433773" y="17824797"/>
                  </a:lnTo>
                  <a:lnTo>
                    <a:pt x="11751378" y="17824797"/>
                  </a:lnTo>
                  <a:lnTo>
                    <a:pt x="11751378" y="14378012"/>
                  </a:lnTo>
                  <a:lnTo>
                    <a:pt x="17150660" y="14378012"/>
                  </a:lnTo>
                  <a:lnTo>
                    <a:pt x="17150660" y="17824797"/>
                  </a:lnTo>
                  <a:lnTo>
                    <a:pt x="17468264" y="17824797"/>
                  </a:lnTo>
                  <a:lnTo>
                    <a:pt x="17468264" y="14378012"/>
                  </a:lnTo>
                  <a:lnTo>
                    <a:pt x="22867547" y="14378012"/>
                  </a:lnTo>
                  <a:lnTo>
                    <a:pt x="22867547" y="17824797"/>
                  </a:lnTo>
                  <a:lnTo>
                    <a:pt x="23185151" y="17824797"/>
                  </a:lnTo>
                  <a:lnTo>
                    <a:pt x="23185151" y="14378012"/>
                  </a:lnTo>
                  <a:lnTo>
                    <a:pt x="28743235" y="14378012"/>
                  </a:lnTo>
                  <a:lnTo>
                    <a:pt x="28743235" y="14181054"/>
                  </a:lnTo>
                  <a:lnTo>
                    <a:pt x="23185151" y="14181054"/>
                  </a:lnTo>
                  <a:lnTo>
                    <a:pt x="23185151" y="10832750"/>
                  </a:lnTo>
                  <a:lnTo>
                    <a:pt x="28743235" y="10832750"/>
                  </a:lnTo>
                  <a:lnTo>
                    <a:pt x="28743235" y="10635790"/>
                  </a:lnTo>
                  <a:lnTo>
                    <a:pt x="23185151" y="10635790"/>
                  </a:lnTo>
                  <a:lnTo>
                    <a:pt x="23185151" y="7287486"/>
                  </a:lnTo>
                  <a:lnTo>
                    <a:pt x="28743235" y="7287486"/>
                  </a:lnTo>
                  <a:lnTo>
                    <a:pt x="28743235" y="7090527"/>
                  </a:lnTo>
                  <a:lnTo>
                    <a:pt x="23185151" y="7090527"/>
                  </a:lnTo>
                  <a:lnTo>
                    <a:pt x="23185151" y="3742223"/>
                  </a:lnTo>
                  <a:lnTo>
                    <a:pt x="28743235" y="3742223"/>
                  </a:lnTo>
                  <a:lnTo>
                    <a:pt x="28743235" y="3545263"/>
                  </a:lnTo>
                  <a:lnTo>
                    <a:pt x="23185151" y="3545263"/>
                  </a:lnTo>
                  <a:lnTo>
                    <a:pt x="23185151" y="196959"/>
                  </a:lnTo>
                  <a:lnTo>
                    <a:pt x="28743235" y="196959"/>
                  </a:lnTo>
                  <a:close/>
                  <a:moveTo>
                    <a:pt x="6034491" y="3545263"/>
                  </a:moveTo>
                  <a:lnTo>
                    <a:pt x="6034491" y="196959"/>
                  </a:lnTo>
                  <a:lnTo>
                    <a:pt x="11433773" y="196959"/>
                  </a:lnTo>
                  <a:lnTo>
                    <a:pt x="11433773" y="3545263"/>
                  </a:lnTo>
                  <a:lnTo>
                    <a:pt x="6034491" y="3545263"/>
                  </a:lnTo>
                  <a:close/>
                  <a:moveTo>
                    <a:pt x="11433773" y="3742223"/>
                  </a:moveTo>
                  <a:lnTo>
                    <a:pt x="11433773" y="7090527"/>
                  </a:lnTo>
                  <a:lnTo>
                    <a:pt x="6034491" y="7090527"/>
                  </a:lnTo>
                  <a:lnTo>
                    <a:pt x="6034491" y="3742223"/>
                  </a:lnTo>
                  <a:lnTo>
                    <a:pt x="11433773" y="3742223"/>
                  </a:lnTo>
                  <a:close/>
                  <a:moveTo>
                    <a:pt x="5716887" y="3545263"/>
                  </a:moveTo>
                  <a:lnTo>
                    <a:pt x="317605" y="3545263"/>
                  </a:lnTo>
                  <a:lnTo>
                    <a:pt x="317605" y="196959"/>
                  </a:lnTo>
                  <a:lnTo>
                    <a:pt x="5716887" y="196959"/>
                  </a:lnTo>
                  <a:lnTo>
                    <a:pt x="5716887" y="3545263"/>
                  </a:lnTo>
                  <a:close/>
                  <a:moveTo>
                    <a:pt x="5716887" y="3742223"/>
                  </a:moveTo>
                  <a:lnTo>
                    <a:pt x="5716887" y="7090527"/>
                  </a:lnTo>
                  <a:lnTo>
                    <a:pt x="317605" y="7090527"/>
                  </a:lnTo>
                  <a:lnTo>
                    <a:pt x="317605" y="3742223"/>
                  </a:lnTo>
                  <a:lnTo>
                    <a:pt x="5716887" y="3742223"/>
                  </a:lnTo>
                  <a:close/>
                  <a:moveTo>
                    <a:pt x="5716887" y="7287486"/>
                  </a:moveTo>
                  <a:lnTo>
                    <a:pt x="5716887" y="10635790"/>
                  </a:lnTo>
                  <a:lnTo>
                    <a:pt x="317605" y="10635790"/>
                  </a:lnTo>
                  <a:lnTo>
                    <a:pt x="317605" y="7287486"/>
                  </a:lnTo>
                  <a:lnTo>
                    <a:pt x="5716887" y="7287486"/>
                  </a:lnTo>
                  <a:close/>
                  <a:moveTo>
                    <a:pt x="6034491" y="7287486"/>
                  </a:moveTo>
                  <a:lnTo>
                    <a:pt x="11433773" y="7287486"/>
                  </a:lnTo>
                  <a:lnTo>
                    <a:pt x="11433773" y="10635790"/>
                  </a:lnTo>
                  <a:lnTo>
                    <a:pt x="6034491" y="10635790"/>
                  </a:lnTo>
                  <a:lnTo>
                    <a:pt x="6034491" y="7287486"/>
                  </a:lnTo>
                  <a:close/>
                  <a:moveTo>
                    <a:pt x="11751378" y="7287486"/>
                  </a:moveTo>
                  <a:lnTo>
                    <a:pt x="17150660" y="7287486"/>
                  </a:lnTo>
                  <a:lnTo>
                    <a:pt x="17150660" y="10635790"/>
                  </a:lnTo>
                  <a:lnTo>
                    <a:pt x="11751378" y="10635790"/>
                  </a:lnTo>
                  <a:lnTo>
                    <a:pt x="11751378" y="7287486"/>
                  </a:lnTo>
                  <a:close/>
                  <a:moveTo>
                    <a:pt x="11751378" y="7090527"/>
                  </a:moveTo>
                  <a:lnTo>
                    <a:pt x="11751378" y="3742223"/>
                  </a:lnTo>
                  <a:lnTo>
                    <a:pt x="17150660" y="3742223"/>
                  </a:lnTo>
                  <a:lnTo>
                    <a:pt x="17150660" y="7090527"/>
                  </a:lnTo>
                  <a:lnTo>
                    <a:pt x="11751378" y="7090527"/>
                  </a:lnTo>
                  <a:close/>
                  <a:moveTo>
                    <a:pt x="11751378" y="3545263"/>
                  </a:moveTo>
                  <a:lnTo>
                    <a:pt x="11751378" y="196959"/>
                  </a:lnTo>
                  <a:lnTo>
                    <a:pt x="17150660" y="196959"/>
                  </a:lnTo>
                  <a:lnTo>
                    <a:pt x="17150660" y="3545263"/>
                  </a:lnTo>
                  <a:lnTo>
                    <a:pt x="11751378" y="3545263"/>
                  </a:lnTo>
                  <a:close/>
                  <a:moveTo>
                    <a:pt x="317605" y="14181054"/>
                  </a:moveTo>
                  <a:lnTo>
                    <a:pt x="317605" y="10832750"/>
                  </a:lnTo>
                  <a:lnTo>
                    <a:pt x="5716887" y="10832750"/>
                  </a:lnTo>
                  <a:lnTo>
                    <a:pt x="5716887" y="14181054"/>
                  </a:lnTo>
                  <a:lnTo>
                    <a:pt x="317605" y="14181054"/>
                  </a:lnTo>
                  <a:close/>
                  <a:moveTo>
                    <a:pt x="6034491" y="14181054"/>
                  </a:moveTo>
                  <a:lnTo>
                    <a:pt x="6034491" y="10832750"/>
                  </a:lnTo>
                  <a:lnTo>
                    <a:pt x="11433773" y="10832750"/>
                  </a:lnTo>
                  <a:lnTo>
                    <a:pt x="11433773" y="14181054"/>
                  </a:lnTo>
                  <a:lnTo>
                    <a:pt x="6034491" y="14181054"/>
                  </a:lnTo>
                  <a:close/>
                  <a:moveTo>
                    <a:pt x="11751378" y="14181054"/>
                  </a:moveTo>
                  <a:lnTo>
                    <a:pt x="11751378" y="10832750"/>
                  </a:lnTo>
                  <a:lnTo>
                    <a:pt x="17150660" y="10832750"/>
                  </a:lnTo>
                  <a:lnTo>
                    <a:pt x="17150660" y="14181054"/>
                  </a:lnTo>
                  <a:lnTo>
                    <a:pt x="11751378" y="14181054"/>
                  </a:lnTo>
                  <a:close/>
                  <a:moveTo>
                    <a:pt x="22867547" y="14181054"/>
                  </a:moveTo>
                  <a:lnTo>
                    <a:pt x="17468264" y="14181054"/>
                  </a:lnTo>
                  <a:lnTo>
                    <a:pt x="17468264" y="10832750"/>
                  </a:lnTo>
                  <a:lnTo>
                    <a:pt x="22867547" y="10832750"/>
                  </a:lnTo>
                  <a:lnTo>
                    <a:pt x="22867547" y="14181054"/>
                  </a:lnTo>
                  <a:close/>
                  <a:moveTo>
                    <a:pt x="22867547" y="10635790"/>
                  </a:moveTo>
                  <a:lnTo>
                    <a:pt x="17468264" y="10635790"/>
                  </a:lnTo>
                  <a:lnTo>
                    <a:pt x="17468264" y="7287486"/>
                  </a:lnTo>
                  <a:lnTo>
                    <a:pt x="22867547" y="7287486"/>
                  </a:lnTo>
                  <a:lnTo>
                    <a:pt x="22867547" y="10635790"/>
                  </a:lnTo>
                  <a:close/>
                  <a:moveTo>
                    <a:pt x="22867547" y="7090527"/>
                  </a:moveTo>
                  <a:lnTo>
                    <a:pt x="17468264" y="7090527"/>
                  </a:lnTo>
                  <a:lnTo>
                    <a:pt x="17468264" y="3742223"/>
                  </a:lnTo>
                  <a:lnTo>
                    <a:pt x="22867547" y="3742223"/>
                  </a:lnTo>
                  <a:lnTo>
                    <a:pt x="22867547" y="7090527"/>
                  </a:lnTo>
                  <a:close/>
                  <a:moveTo>
                    <a:pt x="22867547" y="3545263"/>
                  </a:moveTo>
                  <a:lnTo>
                    <a:pt x="17468264" y="3545263"/>
                  </a:lnTo>
                  <a:lnTo>
                    <a:pt x="17468264" y="196959"/>
                  </a:lnTo>
                  <a:lnTo>
                    <a:pt x="22867547" y="196959"/>
                  </a:lnTo>
                  <a:lnTo>
                    <a:pt x="22867547" y="3545263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80941" y="885825"/>
            <a:ext cx="81153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Número faltante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0941" y="2293056"/>
            <a:ext cx="1494050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Te dan todos los números enumerados </a:t>
            </a:r>
            <a:r>
              <a:rPr lang="en-US" sz="44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desde el 1 hasta el 𝑛</a:t>
            </a: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excepto uno.</a:t>
            </a:r>
          </a:p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Tu tarea es encontrar el número que falta.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0941" y="4300404"/>
            <a:ext cx="1259851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Imaginemos que 𝑛 = 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80941" y="5631478"/>
            <a:ext cx="2467374" cy="2642310"/>
            <a:chOff x="0" y="0"/>
            <a:chExt cx="836467" cy="8957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9"/>
                </a:lnSpc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32330" y="5631478"/>
            <a:ext cx="2467374" cy="2642310"/>
            <a:chOff x="0" y="0"/>
            <a:chExt cx="836467" cy="8957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085529" y="5631478"/>
            <a:ext cx="2467374" cy="2642310"/>
            <a:chOff x="0" y="0"/>
            <a:chExt cx="836467" cy="8957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8727" y="5631478"/>
            <a:ext cx="2467374" cy="2642310"/>
            <a:chOff x="0" y="0"/>
            <a:chExt cx="836467" cy="8957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 strike="noStrike" u="none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91926" y="5631478"/>
            <a:ext cx="2467374" cy="2642310"/>
            <a:chOff x="0" y="0"/>
            <a:chExt cx="836467" cy="8957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 strike="noStrike" u="none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3798" y="8873862"/>
            <a:ext cx="8083876" cy="1031633"/>
            <a:chOff x="0" y="0"/>
            <a:chExt cx="10778501" cy="13755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47206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259622" y="9040285"/>
            <a:ext cx="5887045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5" tooltip="https://cses.fi/problemset/task/1083"/>
              </a:rPr>
              <a:t>https://cses.fi/problemset/task/1083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4165" y="-668700"/>
            <a:ext cx="19996329" cy="12400501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43235" cy="17824797"/>
            </a:xfrm>
            <a:custGeom>
              <a:avLst/>
              <a:gdLst/>
              <a:ahLst/>
              <a:cxnLst/>
              <a:rect r="r" b="b" t="t" l="l"/>
              <a:pathLst>
                <a:path h="17824797" w="28743235">
                  <a:moveTo>
                    <a:pt x="28743235" y="196959"/>
                  </a:moveTo>
                  <a:lnTo>
                    <a:pt x="28743235" y="0"/>
                  </a:lnTo>
                  <a:lnTo>
                    <a:pt x="158802" y="0"/>
                  </a:lnTo>
                  <a:lnTo>
                    <a:pt x="158802" y="98480"/>
                  </a:lnTo>
                  <a:lnTo>
                    <a:pt x="0" y="98480"/>
                  </a:lnTo>
                  <a:lnTo>
                    <a:pt x="0" y="17824797"/>
                  </a:lnTo>
                  <a:lnTo>
                    <a:pt x="317605" y="17824797"/>
                  </a:lnTo>
                  <a:lnTo>
                    <a:pt x="317605" y="14378012"/>
                  </a:lnTo>
                  <a:lnTo>
                    <a:pt x="5716887" y="14378012"/>
                  </a:lnTo>
                  <a:lnTo>
                    <a:pt x="5716887" y="17824797"/>
                  </a:lnTo>
                  <a:lnTo>
                    <a:pt x="6034491" y="17824797"/>
                  </a:lnTo>
                  <a:lnTo>
                    <a:pt x="6034491" y="14378012"/>
                  </a:lnTo>
                  <a:lnTo>
                    <a:pt x="11433773" y="14378012"/>
                  </a:lnTo>
                  <a:lnTo>
                    <a:pt x="11433773" y="17824797"/>
                  </a:lnTo>
                  <a:lnTo>
                    <a:pt x="11751378" y="17824797"/>
                  </a:lnTo>
                  <a:lnTo>
                    <a:pt x="11751378" y="14378012"/>
                  </a:lnTo>
                  <a:lnTo>
                    <a:pt x="17150660" y="14378012"/>
                  </a:lnTo>
                  <a:lnTo>
                    <a:pt x="17150660" y="17824797"/>
                  </a:lnTo>
                  <a:lnTo>
                    <a:pt x="17468264" y="17824797"/>
                  </a:lnTo>
                  <a:lnTo>
                    <a:pt x="17468264" y="14378012"/>
                  </a:lnTo>
                  <a:lnTo>
                    <a:pt x="22867547" y="14378012"/>
                  </a:lnTo>
                  <a:lnTo>
                    <a:pt x="22867547" y="17824797"/>
                  </a:lnTo>
                  <a:lnTo>
                    <a:pt x="23185151" y="17824797"/>
                  </a:lnTo>
                  <a:lnTo>
                    <a:pt x="23185151" y="14378012"/>
                  </a:lnTo>
                  <a:lnTo>
                    <a:pt x="28743235" y="14378012"/>
                  </a:lnTo>
                  <a:lnTo>
                    <a:pt x="28743235" y="14181054"/>
                  </a:lnTo>
                  <a:lnTo>
                    <a:pt x="23185151" y="14181054"/>
                  </a:lnTo>
                  <a:lnTo>
                    <a:pt x="23185151" y="10832750"/>
                  </a:lnTo>
                  <a:lnTo>
                    <a:pt x="28743235" y="10832750"/>
                  </a:lnTo>
                  <a:lnTo>
                    <a:pt x="28743235" y="10635790"/>
                  </a:lnTo>
                  <a:lnTo>
                    <a:pt x="23185151" y="10635790"/>
                  </a:lnTo>
                  <a:lnTo>
                    <a:pt x="23185151" y="7287486"/>
                  </a:lnTo>
                  <a:lnTo>
                    <a:pt x="28743235" y="7287486"/>
                  </a:lnTo>
                  <a:lnTo>
                    <a:pt x="28743235" y="7090527"/>
                  </a:lnTo>
                  <a:lnTo>
                    <a:pt x="23185151" y="7090527"/>
                  </a:lnTo>
                  <a:lnTo>
                    <a:pt x="23185151" y="3742223"/>
                  </a:lnTo>
                  <a:lnTo>
                    <a:pt x="28743235" y="3742223"/>
                  </a:lnTo>
                  <a:lnTo>
                    <a:pt x="28743235" y="3545263"/>
                  </a:lnTo>
                  <a:lnTo>
                    <a:pt x="23185151" y="3545263"/>
                  </a:lnTo>
                  <a:lnTo>
                    <a:pt x="23185151" y="196959"/>
                  </a:lnTo>
                  <a:lnTo>
                    <a:pt x="28743235" y="196959"/>
                  </a:lnTo>
                  <a:close/>
                  <a:moveTo>
                    <a:pt x="6034491" y="3545263"/>
                  </a:moveTo>
                  <a:lnTo>
                    <a:pt x="6034491" y="196959"/>
                  </a:lnTo>
                  <a:lnTo>
                    <a:pt x="11433773" y="196959"/>
                  </a:lnTo>
                  <a:lnTo>
                    <a:pt x="11433773" y="3545263"/>
                  </a:lnTo>
                  <a:lnTo>
                    <a:pt x="6034491" y="3545263"/>
                  </a:lnTo>
                  <a:close/>
                  <a:moveTo>
                    <a:pt x="11433773" y="3742223"/>
                  </a:moveTo>
                  <a:lnTo>
                    <a:pt x="11433773" y="7090527"/>
                  </a:lnTo>
                  <a:lnTo>
                    <a:pt x="6034491" y="7090527"/>
                  </a:lnTo>
                  <a:lnTo>
                    <a:pt x="6034491" y="3742223"/>
                  </a:lnTo>
                  <a:lnTo>
                    <a:pt x="11433773" y="3742223"/>
                  </a:lnTo>
                  <a:close/>
                  <a:moveTo>
                    <a:pt x="5716887" y="3545263"/>
                  </a:moveTo>
                  <a:lnTo>
                    <a:pt x="317605" y="3545263"/>
                  </a:lnTo>
                  <a:lnTo>
                    <a:pt x="317605" y="196959"/>
                  </a:lnTo>
                  <a:lnTo>
                    <a:pt x="5716887" y="196959"/>
                  </a:lnTo>
                  <a:lnTo>
                    <a:pt x="5716887" y="3545263"/>
                  </a:lnTo>
                  <a:close/>
                  <a:moveTo>
                    <a:pt x="5716887" y="3742223"/>
                  </a:moveTo>
                  <a:lnTo>
                    <a:pt x="5716887" y="7090527"/>
                  </a:lnTo>
                  <a:lnTo>
                    <a:pt x="317605" y="7090527"/>
                  </a:lnTo>
                  <a:lnTo>
                    <a:pt x="317605" y="3742223"/>
                  </a:lnTo>
                  <a:lnTo>
                    <a:pt x="5716887" y="3742223"/>
                  </a:lnTo>
                  <a:close/>
                  <a:moveTo>
                    <a:pt x="5716887" y="7287486"/>
                  </a:moveTo>
                  <a:lnTo>
                    <a:pt x="5716887" y="10635790"/>
                  </a:lnTo>
                  <a:lnTo>
                    <a:pt x="317605" y="10635790"/>
                  </a:lnTo>
                  <a:lnTo>
                    <a:pt x="317605" y="7287486"/>
                  </a:lnTo>
                  <a:lnTo>
                    <a:pt x="5716887" y="7287486"/>
                  </a:lnTo>
                  <a:close/>
                  <a:moveTo>
                    <a:pt x="6034491" y="7287486"/>
                  </a:moveTo>
                  <a:lnTo>
                    <a:pt x="11433773" y="7287486"/>
                  </a:lnTo>
                  <a:lnTo>
                    <a:pt x="11433773" y="10635790"/>
                  </a:lnTo>
                  <a:lnTo>
                    <a:pt x="6034491" y="10635790"/>
                  </a:lnTo>
                  <a:lnTo>
                    <a:pt x="6034491" y="7287486"/>
                  </a:lnTo>
                  <a:close/>
                  <a:moveTo>
                    <a:pt x="11751378" y="7287486"/>
                  </a:moveTo>
                  <a:lnTo>
                    <a:pt x="17150660" y="7287486"/>
                  </a:lnTo>
                  <a:lnTo>
                    <a:pt x="17150660" y="10635790"/>
                  </a:lnTo>
                  <a:lnTo>
                    <a:pt x="11751378" y="10635790"/>
                  </a:lnTo>
                  <a:lnTo>
                    <a:pt x="11751378" y="7287486"/>
                  </a:lnTo>
                  <a:close/>
                  <a:moveTo>
                    <a:pt x="11751378" y="7090527"/>
                  </a:moveTo>
                  <a:lnTo>
                    <a:pt x="11751378" y="3742223"/>
                  </a:lnTo>
                  <a:lnTo>
                    <a:pt x="17150660" y="3742223"/>
                  </a:lnTo>
                  <a:lnTo>
                    <a:pt x="17150660" y="7090527"/>
                  </a:lnTo>
                  <a:lnTo>
                    <a:pt x="11751378" y="7090527"/>
                  </a:lnTo>
                  <a:close/>
                  <a:moveTo>
                    <a:pt x="11751378" y="3545263"/>
                  </a:moveTo>
                  <a:lnTo>
                    <a:pt x="11751378" y="196959"/>
                  </a:lnTo>
                  <a:lnTo>
                    <a:pt x="17150660" y="196959"/>
                  </a:lnTo>
                  <a:lnTo>
                    <a:pt x="17150660" y="3545263"/>
                  </a:lnTo>
                  <a:lnTo>
                    <a:pt x="11751378" y="3545263"/>
                  </a:lnTo>
                  <a:close/>
                  <a:moveTo>
                    <a:pt x="317605" y="14181054"/>
                  </a:moveTo>
                  <a:lnTo>
                    <a:pt x="317605" y="10832750"/>
                  </a:lnTo>
                  <a:lnTo>
                    <a:pt x="5716887" y="10832750"/>
                  </a:lnTo>
                  <a:lnTo>
                    <a:pt x="5716887" y="14181054"/>
                  </a:lnTo>
                  <a:lnTo>
                    <a:pt x="317605" y="14181054"/>
                  </a:lnTo>
                  <a:close/>
                  <a:moveTo>
                    <a:pt x="6034491" y="14181054"/>
                  </a:moveTo>
                  <a:lnTo>
                    <a:pt x="6034491" y="10832750"/>
                  </a:lnTo>
                  <a:lnTo>
                    <a:pt x="11433773" y="10832750"/>
                  </a:lnTo>
                  <a:lnTo>
                    <a:pt x="11433773" y="14181054"/>
                  </a:lnTo>
                  <a:lnTo>
                    <a:pt x="6034491" y="14181054"/>
                  </a:lnTo>
                  <a:close/>
                  <a:moveTo>
                    <a:pt x="11751378" y="14181054"/>
                  </a:moveTo>
                  <a:lnTo>
                    <a:pt x="11751378" y="10832750"/>
                  </a:lnTo>
                  <a:lnTo>
                    <a:pt x="17150660" y="10832750"/>
                  </a:lnTo>
                  <a:lnTo>
                    <a:pt x="17150660" y="14181054"/>
                  </a:lnTo>
                  <a:lnTo>
                    <a:pt x="11751378" y="14181054"/>
                  </a:lnTo>
                  <a:close/>
                  <a:moveTo>
                    <a:pt x="22867547" y="14181054"/>
                  </a:moveTo>
                  <a:lnTo>
                    <a:pt x="17468264" y="14181054"/>
                  </a:lnTo>
                  <a:lnTo>
                    <a:pt x="17468264" y="10832750"/>
                  </a:lnTo>
                  <a:lnTo>
                    <a:pt x="22867547" y="10832750"/>
                  </a:lnTo>
                  <a:lnTo>
                    <a:pt x="22867547" y="14181054"/>
                  </a:lnTo>
                  <a:close/>
                  <a:moveTo>
                    <a:pt x="22867547" y="10635790"/>
                  </a:moveTo>
                  <a:lnTo>
                    <a:pt x="17468264" y="10635790"/>
                  </a:lnTo>
                  <a:lnTo>
                    <a:pt x="17468264" y="7287486"/>
                  </a:lnTo>
                  <a:lnTo>
                    <a:pt x="22867547" y="7287486"/>
                  </a:lnTo>
                  <a:lnTo>
                    <a:pt x="22867547" y="10635790"/>
                  </a:lnTo>
                  <a:close/>
                  <a:moveTo>
                    <a:pt x="22867547" y="7090527"/>
                  </a:moveTo>
                  <a:lnTo>
                    <a:pt x="17468264" y="7090527"/>
                  </a:lnTo>
                  <a:lnTo>
                    <a:pt x="17468264" y="3742223"/>
                  </a:lnTo>
                  <a:lnTo>
                    <a:pt x="22867547" y="3742223"/>
                  </a:lnTo>
                  <a:lnTo>
                    <a:pt x="22867547" y="7090527"/>
                  </a:lnTo>
                  <a:close/>
                  <a:moveTo>
                    <a:pt x="22867547" y="3545263"/>
                  </a:moveTo>
                  <a:lnTo>
                    <a:pt x="17468264" y="3545263"/>
                  </a:lnTo>
                  <a:lnTo>
                    <a:pt x="17468264" y="196959"/>
                  </a:lnTo>
                  <a:lnTo>
                    <a:pt x="22867547" y="196959"/>
                  </a:lnTo>
                  <a:lnTo>
                    <a:pt x="22867547" y="3545263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80941" y="885825"/>
            <a:ext cx="81153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Número faltante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0941" y="2293056"/>
            <a:ext cx="1494050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Te dan todos los números enumerados </a:t>
            </a:r>
            <a:r>
              <a:rPr lang="en-US" sz="44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desde el 1 hasta el 𝑛</a:t>
            </a: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excepto uno.</a:t>
            </a:r>
          </a:p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Tu tarea es encontrar el número que falta.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80941" y="5631478"/>
            <a:ext cx="2467374" cy="2642310"/>
            <a:chOff x="0" y="0"/>
            <a:chExt cx="836467" cy="895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9"/>
                </a:lnSpc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32330" y="5631478"/>
            <a:ext cx="2467374" cy="2642310"/>
            <a:chOff x="0" y="0"/>
            <a:chExt cx="836467" cy="895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85529" y="5631478"/>
            <a:ext cx="2467374" cy="2642310"/>
            <a:chOff x="0" y="0"/>
            <a:chExt cx="836467" cy="895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8727" y="5631478"/>
            <a:ext cx="2467374" cy="2642310"/>
            <a:chOff x="0" y="0"/>
            <a:chExt cx="836467" cy="8957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438727" y="5631478"/>
            <a:ext cx="2467374" cy="2642310"/>
            <a:chOff x="0" y="0"/>
            <a:chExt cx="836467" cy="895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 strike="noStrike" u="none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5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80941" y="4300404"/>
            <a:ext cx="1259851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Imaginemos que 𝑛 = 5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3798" y="8873862"/>
            <a:ext cx="8083876" cy="1031633"/>
            <a:chOff x="0" y="0"/>
            <a:chExt cx="10778501" cy="13755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47206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259622" y="9040285"/>
            <a:ext cx="5887045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5" tooltip="https://cses.fi/problemset/task/1083"/>
              </a:rPr>
              <a:t>https://cses.fi/problemset/task/1083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4165" y="-668700"/>
            <a:ext cx="19996329" cy="12400501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43235" cy="17824797"/>
            </a:xfrm>
            <a:custGeom>
              <a:avLst/>
              <a:gdLst/>
              <a:ahLst/>
              <a:cxnLst/>
              <a:rect r="r" b="b" t="t" l="l"/>
              <a:pathLst>
                <a:path h="17824797" w="28743235">
                  <a:moveTo>
                    <a:pt x="28743235" y="196959"/>
                  </a:moveTo>
                  <a:lnTo>
                    <a:pt x="28743235" y="0"/>
                  </a:lnTo>
                  <a:lnTo>
                    <a:pt x="158802" y="0"/>
                  </a:lnTo>
                  <a:lnTo>
                    <a:pt x="158802" y="98480"/>
                  </a:lnTo>
                  <a:lnTo>
                    <a:pt x="0" y="98480"/>
                  </a:lnTo>
                  <a:lnTo>
                    <a:pt x="0" y="17824797"/>
                  </a:lnTo>
                  <a:lnTo>
                    <a:pt x="317605" y="17824797"/>
                  </a:lnTo>
                  <a:lnTo>
                    <a:pt x="317605" y="14378012"/>
                  </a:lnTo>
                  <a:lnTo>
                    <a:pt x="5716887" y="14378012"/>
                  </a:lnTo>
                  <a:lnTo>
                    <a:pt x="5716887" y="17824797"/>
                  </a:lnTo>
                  <a:lnTo>
                    <a:pt x="6034491" y="17824797"/>
                  </a:lnTo>
                  <a:lnTo>
                    <a:pt x="6034491" y="14378012"/>
                  </a:lnTo>
                  <a:lnTo>
                    <a:pt x="11433773" y="14378012"/>
                  </a:lnTo>
                  <a:lnTo>
                    <a:pt x="11433773" y="17824797"/>
                  </a:lnTo>
                  <a:lnTo>
                    <a:pt x="11751378" y="17824797"/>
                  </a:lnTo>
                  <a:lnTo>
                    <a:pt x="11751378" y="14378012"/>
                  </a:lnTo>
                  <a:lnTo>
                    <a:pt x="17150660" y="14378012"/>
                  </a:lnTo>
                  <a:lnTo>
                    <a:pt x="17150660" y="17824797"/>
                  </a:lnTo>
                  <a:lnTo>
                    <a:pt x="17468264" y="17824797"/>
                  </a:lnTo>
                  <a:lnTo>
                    <a:pt x="17468264" y="14378012"/>
                  </a:lnTo>
                  <a:lnTo>
                    <a:pt x="22867547" y="14378012"/>
                  </a:lnTo>
                  <a:lnTo>
                    <a:pt x="22867547" y="17824797"/>
                  </a:lnTo>
                  <a:lnTo>
                    <a:pt x="23185151" y="17824797"/>
                  </a:lnTo>
                  <a:lnTo>
                    <a:pt x="23185151" y="14378012"/>
                  </a:lnTo>
                  <a:lnTo>
                    <a:pt x="28743235" y="14378012"/>
                  </a:lnTo>
                  <a:lnTo>
                    <a:pt x="28743235" y="14181054"/>
                  </a:lnTo>
                  <a:lnTo>
                    <a:pt x="23185151" y="14181054"/>
                  </a:lnTo>
                  <a:lnTo>
                    <a:pt x="23185151" y="10832750"/>
                  </a:lnTo>
                  <a:lnTo>
                    <a:pt x="28743235" y="10832750"/>
                  </a:lnTo>
                  <a:lnTo>
                    <a:pt x="28743235" y="10635790"/>
                  </a:lnTo>
                  <a:lnTo>
                    <a:pt x="23185151" y="10635790"/>
                  </a:lnTo>
                  <a:lnTo>
                    <a:pt x="23185151" y="7287486"/>
                  </a:lnTo>
                  <a:lnTo>
                    <a:pt x="28743235" y="7287486"/>
                  </a:lnTo>
                  <a:lnTo>
                    <a:pt x="28743235" y="7090527"/>
                  </a:lnTo>
                  <a:lnTo>
                    <a:pt x="23185151" y="7090527"/>
                  </a:lnTo>
                  <a:lnTo>
                    <a:pt x="23185151" y="3742223"/>
                  </a:lnTo>
                  <a:lnTo>
                    <a:pt x="28743235" y="3742223"/>
                  </a:lnTo>
                  <a:lnTo>
                    <a:pt x="28743235" y="3545263"/>
                  </a:lnTo>
                  <a:lnTo>
                    <a:pt x="23185151" y="3545263"/>
                  </a:lnTo>
                  <a:lnTo>
                    <a:pt x="23185151" y="196959"/>
                  </a:lnTo>
                  <a:lnTo>
                    <a:pt x="28743235" y="196959"/>
                  </a:lnTo>
                  <a:close/>
                  <a:moveTo>
                    <a:pt x="6034491" y="3545263"/>
                  </a:moveTo>
                  <a:lnTo>
                    <a:pt x="6034491" y="196959"/>
                  </a:lnTo>
                  <a:lnTo>
                    <a:pt x="11433773" y="196959"/>
                  </a:lnTo>
                  <a:lnTo>
                    <a:pt x="11433773" y="3545263"/>
                  </a:lnTo>
                  <a:lnTo>
                    <a:pt x="6034491" y="3545263"/>
                  </a:lnTo>
                  <a:close/>
                  <a:moveTo>
                    <a:pt x="11433773" y="3742223"/>
                  </a:moveTo>
                  <a:lnTo>
                    <a:pt x="11433773" y="7090527"/>
                  </a:lnTo>
                  <a:lnTo>
                    <a:pt x="6034491" y="7090527"/>
                  </a:lnTo>
                  <a:lnTo>
                    <a:pt x="6034491" y="3742223"/>
                  </a:lnTo>
                  <a:lnTo>
                    <a:pt x="11433773" y="3742223"/>
                  </a:lnTo>
                  <a:close/>
                  <a:moveTo>
                    <a:pt x="5716887" y="3545263"/>
                  </a:moveTo>
                  <a:lnTo>
                    <a:pt x="317605" y="3545263"/>
                  </a:lnTo>
                  <a:lnTo>
                    <a:pt x="317605" y="196959"/>
                  </a:lnTo>
                  <a:lnTo>
                    <a:pt x="5716887" y="196959"/>
                  </a:lnTo>
                  <a:lnTo>
                    <a:pt x="5716887" y="3545263"/>
                  </a:lnTo>
                  <a:close/>
                  <a:moveTo>
                    <a:pt x="5716887" y="3742223"/>
                  </a:moveTo>
                  <a:lnTo>
                    <a:pt x="5716887" y="7090527"/>
                  </a:lnTo>
                  <a:lnTo>
                    <a:pt x="317605" y="7090527"/>
                  </a:lnTo>
                  <a:lnTo>
                    <a:pt x="317605" y="3742223"/>
                  </a:lnTo>
                  <a:lnTo>
                    <a:pt x="5716887" y="3742223"/>
                  </a:lnTo>
                  <a:close/>
                  <a:moveTo>
                    <a:pt x="5716887" y="7287486"/>
                  </a:moveTo>
                  <a:lnTo>
                    <a:pt x="5716887" y="10635790"/>
                  </a:lnTo>
                  <a:lnTo>
                    <a:pt x="317605" y="10635790"/>
                  </a:lnTo>
                  <a:lnTo>
                    <a:pt x="317605" y="7287486"/>
                  </a:lnTo>
                  <a:lnTo>
                    <a:pt x="5716887" y="7287486"/>
                  </a:lnTo>
                  <a:close/>
                  <a:moveTo>
                    <a:pt x="6034491" y="7287486"/>
                  </a:moveTo>
                  <a:lnTo>
                    <a:pt x="11433773" y="7287486"/>
                  </a:lnTo>
                  <a:lnTo>
                    <a:pt x="11433773" y="10635790"/>
                  </a:lnTo>
                  <a:lnTo>
                    <a:pt x="6034491" y="10635790"/>
                  </a:lnTo>
                  <a:lnTo>
                    <a:pt x="6034491" y="7287486"/>
                  </a:lnTo>
                  <a:close/>
                  <a:moveTo>
                    <a:pt x="11751378" y="7287486"/>
                  </a:moveTo>
                  <a:lnTo>
                    <a:pt x="17150660" y="7287486"/>
                  </a:lnTo>
                  <a:lnTo>
                    <a:pt x="17150660" y="10635790"/>
                  </a:lnTo>
                  <a:lnTo>
                    <a:pt x="11751378" y="10635790"/>
                  </a:lnTo>
                  <a:lnTo>
                    <a:pt x="11751378" y="7287486"/>
                  </a:lnTo>
                  <a:close/>
                  <a:moveTo>
                    <a:pt x="11751378" y="7090527"/>
                  </a:moveTo>
                  <a:lnTo>
                    <a:pt x="11751378" y="3742223"/>
                  </a:lnTo>
                  <a:lnTo>
                    <a:pt x="17150660" y="3742223"/>
                  </a:lnTo>
                  <a:lnTo>
                    <a:pt x="17150660" y="7090527"/>
                  </a:lnTo>
                  <a:lnTo>
                    <a:pt x="11751378" y="7090527"/>
                  </a:lnTo>
                  <a:close/>
                  <a:moveTo>
                    <a:pt x="11751378" y="3545263"/>
                  </a:moveTo>
                  <a:lnTo>
                    <a:pt x="11751378" y="196959"/>
                  </a:lnTo>
                  <a:lnTo>
                    <a:pt x="17150660" y="196959"/>
                  </a:lnTo>
                  <a:lnTo>
                    <a:pt x="17150660" y="3545263"/>
                  </a:lnTo>
                  <a:lnTo>
                    <a:pt x="11751378" y="3545263"/>
                  </a:lnTo>
                  <a:close/>
                  <a:moveTo>
                    <a:pt x="317605" y="14181054"/>
                  </a:moveTo>
                  <a:lnTo>
                    <a:pt x="317605" y="10832750"/>
                  </a:lnTo>
                  <a:lnTo>
                    <a:pt x="5716887" y="10832750"/>
                  </a:lnTo>
                  <a:lnTo>
                    <a:pt x="5716887" y="14181054"/>
                  </a:lnTo>
                  <a:lnTo>
                    <a:pt x="317605" y="14181054"/>
                  </a:lnTo>
                  <a:close/>
                  <a:moveTo>
                    <a:pt x="6034491" y="14181054"/>
                  </a:moveTo>
                  <a:lnTo>
                    <a:pt x="6034491" y="10832750"/>
                  </a:lnTo>
                  <a:lnTo>
                    <a:pt x="11433773" y="10832750"/>
                  </a:lnTo>
                  <a:lnTo>
                    <a:pt x="11433773" y="14181054"/>
                  </a:lnTo>
                  <a:lnTo>
                    <a:pt x="6034491" y="14181054"/>
                  </a:lnTo>
                  <a:close/>
                  <a:moveTo>
                    <a:pt x="11751378" y="14181054"/>
                  </a:moveTo>
                  <a:lnTo>
                    <a:pt x="11751378" y="10832750"/>
                  </a:lnTo>
                  <a:lnTo>
                    <a:pt x="17150660" y="10832750"/>
                  </a:lnTo>
                  <a:lnTo>
                    <a:pt x="17150660" y="14181054"/>
                  </a:lnTo>
                  <a:lnTo>
                    <a:pt x="11751378" y="14181054"/>
                  </a:lnTo>
                  <a:close/>
                  <a:moveTo>
                    <a:pt x="22867547" y="14181054"/>
                  </a:moveTo>
                  <a:lnTo>
                    <a:pt x="17468264" y="14181054"/>
                  </a:lnTo>
                  <a:lnTo>
                    <a:pt x="17468264" y="10832750"/>
                  </a:lnTo>
                  <a:lnTo>
                    <a:pt x="22867547" y="10832750"/>
                  </a:lnTo>
                  <a:lnTo>
                    <a:pt x="22867547" y="14181054"/>
                  </a:lnTo>
                  <a:close/>
                  <a:moveTo>
                    <a:pt x="22867547" y="10635790"/>
                  </a:moveTo>
                  <a:lnTo>
                    <a:pt x="17468264" y="10635790"/>
                  </a:lnTo>
                  <a:lnTo>
                    <a:pt x="17468264" y="7287486"/>
                  </a:lnTo>
                  <a:lnTo>
                    <a:pt x="22867547" y="7287486"/>
                  </a:lnTo>
                  <a:lnTo>
                    <a:pt x="22867547" y="10635790"/>
                  </a:lnTo>
                  <a:close/>
                  <a:moveTo>
                    <a:pt x="22867547" y="7090527"/>
                  </a:moveTo>
                  <a:lnTo>
                    <a:pt x="17468264" y="7090527"/>
                  </a:lnTo>
                  <a:lnTo>
                    <a:pt x="17468264" y="3742223"/>
                  </a:lnTo>
                  <a:lnTo>
                    <a:pt x="22867547" y="3742223"/>
                  </a:lnTo>
                  <a:lnTo>
                    <a:pt x="22867547" y="7090527"/>
                  </a:lnTo>
                  <a:close/>
                  <a:moveTo>
                    <a:pt x="22867547" y="3545263"/>
                  </a:moveTo>
                  <a:lnTo>
                    <a:pt x="17468264" y="3545263"/>
                  </a:lnTo>
                  <a:lnTo>
                    <a:pt x="17468264" y="196959"/>
                  </a:lnTo>
                  <a:lnTo>
                    <a:pt x="22867547" y="196959"/>
                  </a:lnTo>
                  <a:lnTo>
                    <a:pt x="22867547" y="3545263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80941" y="4300404"/>
            <a:ext cx="1259851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Imaginemos que 𝑛 = 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722507" y="4318181"/>
            <a:ext cx="7562424" cy="5968819"/>
          </a:xfrm>
          <a:custGeom>
            <a:avLst/>
            <a:gdLst/>
            <a:ahLst/>
            <a:cxnLst/>
            <a:rect r="r" b="b" t="t" l="l"/>
            <a:pathLst>
              <a:path h="5968819" w="7562424">
                <a:moveTo>
                  <a:pt x="0" y="0"/>
                </a:moveTo>
                <a:lnTo>
                  <a:pt x="7562424" y="0"/>
                </a:lnTo>
                <a:lnTo>
                  <a:pt x="7562424" y="5968819"/>
                </a:lnTo>
                <a:lnTo>
                  <a:pt x="0" y="5968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12" t="0" r="-19408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6995512" y="1164297"/>
            <a:ext cx="7666711" cy="4312525"/>
          </a:xfrm>
          <a:custGeom>
            <a:avLst/>
            <a:gdLst/>
            <a:ahLst/>
            <a:cxnLst/>
            <a:rect r="r" b="b" t="t" l="l"/>
            <a:pathLst>
              <a:path h="4312525" w="7666711">
                <a:moveTo>
                  <a:pt x="7666711" y="0"/>
                </a:moveTo>
                <a:lnTo>
                  <a:pt x="0" y="0"/>
                </a:lnTo>
                <a:lnTo>
                  <a:pt x="0" y="4312525"/>
                </a:lnTo>
                <a:lnTo>
                  <a:pt x="7666711" y="4312525"/>
                </a:lnTo>
                <a:lnTo>
                  <a:pt x="76667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525854" y="2382770"/>
            <a:ext cx="395681" cy="775673"/>
            <a:chOff x="0" y="0"/>
            <a:chExt cx="288290" cy="565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8260" y="50800"/>
              <a:ext cx="212090" cy="463550"/>
            </a:xfrm>
            <a:custGeom>
              <a:avLst/>
              <a:gdLst/>
              <a:ahLst/>
              <a:cxnLst/>
              <a:rect r="r" b="b" t="t" l="l"/>
              <a:pathLst>
                <a:path h="463550" w="212090">
                  <a:moveTo>
                    <a:pt x="5080" y="237490"/>
                  </a:moveTo>
                  <a:cubicBezTo>
                    <a:pt x="156210" y="1270"/>
                    <a:pt x="167640" y="0"/>
                    <a:pt x="176530" y="7620"/>
                  </a:cubicBezTo>
                  <a:cubicBezTo>
                    <a:pt x="208280" y="38100"/>
                    <a:pt x="212090" y="402590"/>
                    <a:pt x="189230" y="447040"/>
                  </a:cubicBezTo>
                  <a:cubicBezTo>
                    <a:pt x="182880" y="458470"/>
                    <a:pt x="171450" y="463550"/>
                    <a:pt x="165100" y="462280"/>
                  </a:cubicBezTo>
                  <a:cubicBezTo>
                    <a:pt x="160020" y="462280"/>
                    <a:pt x="149860" y="450850"/>
                    <a:pt x="151130" y="444500"/>
                  </a:cubicBezTo>
                  <a:cubicBezTo>
                    <a:pt x="151130" y="438150"/>
                    <a:pt x="170180" y="424180"/>
                    <a:pt x="176530" y="426720"/>
                  </a:cubicBezTo>
                  <a:cubicBezTo>
                    <a:pt x="181610" y="427990"/>
                    <a:pt x="187960" y="452120"/>
                    <a:pt x="184150" y="457200"/>
                  </a:cubicBezTo>
                  <a:cubicBezTo>
                    <a:pt x="180340" y="461010"/>
                    <a:pt x="160020" y="459740"/>
                    <a:pt x="152400" y="453390"/>
                  </a:cubicBezTo>
                  <a:cubicBezTo>
                    <a:pt x="140970" y="441960"/>
                    <a:pt x="142240" y="411480"/>
                    <a:pt x="139700" y="375920"/>
                  </a:cubicBezTo>
                  <a:cubicBezTo>
                    <a:pt x="133350" y="299720"/>
                    <a:pt x="123190" y="49530"/>
                    <a:pt x="142240" y="12700"/>
                  </a:cubicBezTo>
                  <a:cubicBezTo>
                    <a:pt x="147320" y="3810"/>
                    <a:pt x="154940" y="0"/>
                    <a:pt x="160020" y="0"/>
                  </a:cubicBezTo>
                  <a:cubicBezTo>
                    <a:pt x="165100" y="0"/>
                    <a:pt x="173990" y="2540"/>
                    <a:pt x="176530" y="7620"/>
                  </a:cubicBezTo>
                  <a:cubicBezTo>
                    <a:pt x="180340" y="20320"/>
                    <a:pt x="162560" y="55880"/>
                    <a:pt x="148590" y="85090"/>
                  </a:cubicBezTo>
                  <a:cubicBezTo>
                    <a:pt x="128270" y="128270"/>
                    <a:pt x="81280" y="201930"/>
                    <a:pt x="55880" y="233680"/>
                  </a:cubicBezTo>
                  <a:cubicBezTo>
                    <a:pt x="41910" y="250190"/>
                    <a:pt x="29210" y="266700"/>
                    <a:pt x="19050" y="267970"/>
                  </a:cubicBezTo>
                  <a:cubicBezTo>
                    <a:pt x="12700" y="267970"/>
                    <a:pt x="3810" y="260350"/>
                    <a:pt x="2540" y="254000"/>
                  </a:cubicBezTo>
                  <a:cubicBezTo>
                    <a:pt x="0" y="250190"/>
                    <a:pt x="5080" y="237490"/>
                    <a:pt x="5080" y="2374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108045" y="2508272"/>
            <a:ext cx="191739" cy="475862"/>
            <a:chOff x="0" y="0"/>
            <a:chExt cx="139700" cy="3467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6830" y="50800"/>
              <a:ext cx="53340" cy="246380"/>
            </a:xfrm>
            <a:custGeom>
              <a:avLst/>
              <a:gdLst/>
              <a:ahLst/>
              <a:cxnLst/>
              <a:rect r="r" b="b" t="t" l="l"/>
              <a:pathLst>
                <a:path h="246380" w="53340">
                  <a:moveTo>
                    <a:pt x="52070" y="19050"/>
                  </a:moveTo>
                  <a:cubicBezTo>
                    <a:pt x="48260" y="237490"/>
                    <a:pt x="41910" y="245110"/>
                    <a:pt x="35560" y="245110"/>
                  </a:cubicBezTo>
                  <a:cubicBezTo>
                    <a:pt x="29210" y="245110"/>
                    <a:pt x="13970" y="226060"/>
                    <a:pt x="15240" y="219710"/>
                  </a:cubicBezTo>
                  <a:cubicBezTo>
                    <a:pt x="17780" y="214630"/>
                    <a:pt x="41910" y="208280"/>
                    <a:pt x="45720" y="212090"/>
                  </a:cubicBezTo>
                  <a:cubicBezTo>
                    <a:pt x="50800" y="215900"/>
                    <a:pt x="46990" y="240030"/>
                    <a:pt x="41910" y="242570"/>
                  </a:cubicBezTo>
                  <a:cubicBezTo>
                    <a:pt x="36830" y="245110"/>
                    <a:pt x="15240" y="234950"/>
                    <a:pt x="13970" y="228600"/>
                  </a:cubicBezTo>
                  <a:cubicBezTo>
                    <a:pt x="13970" y="222250"/>
                    <a:pt x="26670" y="207010"/>
                    <a:pt x="33020" y="207010"/>
                  </a:cubicBezTo>
                  <a:cubicBezTo>
                    <a:pt x="39370" y="207010"/>
                    <a:pt x="52070" y="219710"/>
                    <a:pt x="52070" y="226060"/>
                  </a:cubicBezTo>
                  <a:cubicBezTo>
                    <a:pt x="53340" y="232410"/>
                    <a:pt x="41910" y="243840"/>
                    <a:pt x="35560" y="245110"/>
                  </a:cubicBezTo>
                  <a:cubicBezTo>
                    <a:pt x="29210" y="246380"/>
                    <a:pt x="20320" y="240030"/>
                    <a:pt x="15240" y="231140"/>
                  </a:cubicBezTo>
                  <a:cubicBezTo>
                    <a:pt x="0" y="201930"/>
                    <a:pt x="0" y="50800"/>
                    <a:pt x="13970" y="19050"/>
                  </a:cubicBezTo>
                  <a:cubicBezTo>
                    <a:pt x="19050" y="7620"/>
                    <a:pt x="29210" y="0"/>
                    <a:pt x="35560" y="0"/>
                  </a:cubicBezTo>
                  <a:cubicBezTo>
                    <a:pt x="41910" y="0"/>
                    <a:pt x="52070" y="19050"/>
                    <a:pt x="52070" y="190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998230" y="2651205"/>
            <a:ext cx="428799" cy="207427"/>
            <a:chOff x="0" y="0"/>
            <a:chExt cx="312420" cy="1511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9530" y="50800"/>
              <a:ext cx="212090" cy="59690"/>
            </a:xfrm>
            <a:custGeom>
              <a:avLst/>
              <a:gdLst/>
              <a:ahLst/>
              <a:cxnLst/>
              <a:rect r="r" b="b" t="t" l="l"/>
              <a:pathLst>
                <a:path h="59690" w="212090">
                  <a:moveTo>
                    <a:pt x="22860" y="0"/>
                  </a:moveTo>
                  <a:cubicBezTo>
                    <a:pt x="204470" y="16510"/>
                    <a:pt x="210820" y="24130"/>
                    <a:pt x="212090" y="30480"/>
                  </a:cubicBezTo>
                  <a:cubicBezTo>
                    <a:pt x="212090" y="36830"/>
                    <a:pt x="207010" y="44450"/>
                    <a:pt x="201930" y="45720"/>
                  </a:cubicBezTo>
                  <a:cubicBezTo>
                    <a:pt x="196850" y="49530"/>
                    <a:pt x="184150" y="46990"/>
                    <a:pt x="179070" y="43180"/>
                  </a:cubicBezTo>
                  <a:cubicBezTo>
                    <a:pt x="175260" y="40640"/>
                    <a:pt x="172720" y="31750"/>
                    <a:pt x="173990" y="26670"/>
                  </a:cubicBezTo>
                  <a:cubicBezTo>
                    <a:pt x="175260" y="20320"/>
                    <a:pt x="185420" y="11430"/>
                    <a:pt x="190500" y="11430"/>
                  </a:cubicBezTo>
                  <a:cubicBezTo>
                    <a:pt x="198120" y="10160"/>
                    <a:pt x="212090" y="22860"/>
                    <a:pt x="212090" y="29210"/>
                  </a:cubicBezTo>
                  <a:cubicBezTo>
                    <a:pt x="212090" y="35560"/>
                    <a:pt x="204470" y="44450"/>
                    <a:pt x="193040" y="49530"/>
                  </a:cubicBezTo>
                  <a:cubicBezTo>
                    <a:pt x="165100" y="59690"/>
                    <a:pt x="44450" y="50800"/>
                    <a:pt x="17780" y="36830"/>
                  </a:cubicBezTo>
                  <a:cubicBezTo>
                    <a:pt x="7620" y="31750"/>
                    <a:pt x="0" y="24130"/>
                    <a:pt x="1270" y="17780"/>
                  </a:cubicBezTo>
                  <a:cubicBezTo>
                    <a:pt x="1270" y="11430"/>
                    <a:pt x="22860" y="0"/>
                    <a:pt x="2286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444460" y="2466438"/>
            <a:ext cx="406139" cy="625768"/>
            <a:chOff x="0" y="0"/>
            <a:chExt cx="295910" cy="4559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48260"/>
              <a:ext cx="198120" cy="359410"/>
            </a:xfrm>
            <a:custGeom>
              <a:avLst/>
              <a:gdLst/>
              <a:ahLst/>
              <a:cxnLst/>
              <a:rect r="r" b="b" t="t" l="l"/>
              <a:pathLst>
                <a:path h="359410" w="198120">
                  <a:moveTo>
                    <a:pt x="50800" y="168910"/>
                  </a:moveTo>
                  <a:cubicBezTo>
                    <a:pt x="10160" y="81280"/>
                    <a:pt x="16510" y="50800"/>
                    <a:pt x="29210" y="34290"/>
                  </a:cubicBezTo>
                  <a:cubicBezTo>
                    <a:pt x="41910" y="17780"/>
                    <a:pt x="69850" y="6350"/>
                    <a:pt x="87630" y="2540"/>
                  </a:cubicBezTo>
                  <a:cubicBezTo>
                    <a:pt x="101600" y="0"/>
                    <a:pt x="115570" y="2540"/>
                    <a:pt x="127000" y="7620"/>
                  </a:cubicBezTo>
                  <a:cubicBezTo>
                    <a:pt x="138430" y="13970"/>
                    <a:pt x="147320" y="25400"/>
                    <a:pt x="156210" y="34290"/>
                  </a:cubicBezTo>
                  <a:cubicBezTo>
                    <a:pt x="165100" y="44450"/>
                    <a:pt x="172720" y="52070"/>
                    <a:pt x="179070" y="66040"/>
                  </a:cubicBezTo>
                  <a:cubicBezTo>
                    <a:pt x="187960" y="83820"/>
                    <a:pt x="198120" y="110490"/>
                    <a:pt x="195580" y="134620"/>
                  </a:cubicBezTo>
                  <a:cubicBezTo>
                    <a:pt x="191770" y="166370"/>
                    <a:pt x="165100" y="205740"/>
                    <a:pt x="140970" y="240030"/>
                  </a:cubicBezTo>
                  <a:cubicBezTo>
                    <a:pt x="113030" y="279400"/>
                    <a:pt x="55880" y="341630"/>
                    <a:pt x="31750" y="354330"/>
                  </a:cubicBezTo>
                  <a:cubicBezTo>
                    <a:pt x="21590" y="358140"/>
                    <a:pt x="13970" y="359410"/>
                    <a:pt x="8890" y="355600"/>
                  </a:cubicBezTo>
                  <a:cubicBezTo>
                    <a:pt x="3810" y="351790"/>
                    <a:pt x="0" y="334010"/>
                    <a:pt x="2540" y="328930"/>
                  </a:cubicBezTo>
                  <a:cubicBezTo>
                    <a:pt x="6350" y="323850"/>
                    <a:pt x="25400" y="321310"/>
                    <a:pt x="30480" y="325120"/>
                  </a:cubicBezTo>
                  <a:cubicBezTo>
                    <a:pt x="35560" y="328930"/>
                    <a:pt x="36830" y="346710"/>
                    <a:pt x="33020" y="351790"/>
                  </a:cubicBezTo>
                  <a:cubicBezTo>
                    <a:pt x="29210" y="356870"/>
                    <a:pt x="15240" y="359410"/>
                    <a:pt x="10160" y="356870"/>
                  </a:cubicBezTo>
                  <a:cubicBezTo>
                    <a:pt x="5080" y="353060"/>
                    <a:pt x="0" y="341630"/>
                    <a:pt x="2540" y="330200"/>
                  </a:cubicBezTo>
                  <a:cubicBezTo>
                    <a:pt x="7620" y="304800"/>
                    <a:pt x="81280" y="255270"/>
                    <a:pt x="107950" y="219710"/>
                  </a:cubicBezTo>
                  <a:cubicBezTo>
                    <a:pt x="130810" y="190500"/>
                    <a:pt x="153670" y="161290"/>
                    <a:pt x="158750" y="135890"/>
                  </a:cubicBezTo>
                  <a:cubicBezTo>
                    <a:pt x="161290" y="118110"/>
                    <a:pt x="154940" y="102870"/>
                    <a:pt x="148590" y="87630"/>
                  </a:cubicBezTo>
                  <a:cubicBezTo>
                    <a:pt x="140970" y="71120"/>
                    <a:pt x="130810" y="49530"/>
                    <a:pt x="116840" y="43180"/>
                  </a:cubicBezTo>
                  <a:cubicBezTo>
                    <a:pt x="102870" y="36830"/>
                    <a:pt x="74930" y="38100"/>
                    <a:pt x="63500" y="48260"/>
                  </a:cubicBezTo>
                  <a:cubicBezTo>
                    <a:pt x="53340" y="57150"/>
                    <a:pt x="49530" y="81280"/>
                    <a:pt x="52070" y="97790"/>
                  </a:cubicBezTo>
                  <a:cubicBezTo>
                    <a:pt x="54610" y="118110"/>
                    <a:pt x="85090" y="146050"/>
                    <a:pt x="83820" y="158750"/>
                  </a:cubicBezTo>
                  <a:cubicBezTo>
                    <a:pt x="82550" y="166370"/>
                    <a:pt x="73660" y="172720"/>
                    <a:pt x="68580" y="173990"/>
                  </a:cubicBezTo>
                  <a:cubicBezTo>
                    <a:pt x="63500" y="175260"/>
                    <a:pt x="50800" y="168910"/>
                    <a:pt x="50800" y="1689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475836" y="2890008"/>
            <a:ext cx="454945" cy="252747"/>
            <a:chOff x="0" y="0"/>
            <a:chExt cx="331470" cy="184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50800"/>
              <a:ext cx="233680" cy="85090"/>
            </a:xfrm>
            <a:custGeom>
              <a:avLst/>
              <a:gdLst/>
              <a:ahLst/>
              <a:cxnLst/>
              <a:rect r="r" b="b" t="t" l="l"/>
              <a:pathLst>
                <a:path h="85090" w="233680">
                  <a:moveTo>
                    <a:pt x="26670" y="0"/>
                  </a:moveTo>
                  <a:cubicBezTo>
                    <a:pt x="232410" y="54610"/>
                    <a:pt x="233680" y="67310"/>
                    <a:pt x="231140" y="72390"/>
                  </a:cubicBezTo>
                  <a:cubicBezTo>
                    <a:pt x="228600" y="78740"/>
                    <a:pt x="215900" y="83820"/>
                    <a:pt x="209550" y="81280"/>
                  </a:cubicBezTo>
                  <a:cubicBezTo>
                    <a:pt x="203200" y="78740"/>
                    <a:pt x="194310" y="63500"/>
                    <a:pt x="196850" y="57150"/>
                  </a:cubicBezTo>
                  <a:cubicBezTo>
                    <a:pt x="198120" y="50800"/>
                    <a:pt x="215900" y="43180"/>
                    <a:pt x="220980" y="45720"/>
                  </a:cubicBezTo>
                  <a:cubicBezTo>
                    <a:pt x="227330" y="48260"/>
                    <a:pt x="233680" y="64770"/>
                    <a:pt x="232410" y="71120"/>
                  </a:cubicBezTo>
                  <a:cubicBezTo>
                    <a:pt x="231140" y="76200"/>
                    <a:pt x="224790" y="80010"/>
                    <a:pt x="218440" y="81280"/>
                  </a:cubicBezTo>
                  <a:cubicBezTo>
                    <a:pt x="205740" y="85090"/>
                    <a:pt x="182880" y="81280"/>
                    <a:pt x="160020" y="77470"/>
                  </a:cubicBezTo>
                  <a:cubicBezTo>
                    <a:pt x="121920" y="69850"/>
                    <a:pt x="31750" y="53340"/>
                    <a:pt x="11430" y="34290"/>
                  </a:cubicBezTo>
                  <a:cubicBezTo>
                    <a:pt x="2540" y="26670"/>
                    <a:pt x="0" y="12700"/>
                    <a:pt x="2540" y="7620"/>
                  </a:cubicBezTo>
                  <a:cubicBezTo>
                    <a:pt x="5080" y="2540"/>
                    <a:pt x="26670" y="0"/>
                    <a:pt x="2667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993532" y="2557079"/>
            <a:ext cx="209170" cy="458432"/>
            <a:chOff x="0" y="0"/>
            <a:chExt cx="152400" cy="3340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9370" y="50800"/>
              <a:ext cx="71120" cy="233680"/>
            </a:xfrm>
            <a:custGeom>
              <a:avLst/>
              <a:gdLst/>
              <a:ahLst/>
              <a:cxnLst/>
              <a:rect r="r" b="b" t="t" l="l"/>
              <a:pathLst>
                <a:path h="233680" w="71120">
                  <a:moveTo>
                    <a:pt x="22860" y="74930"/>
                  </a:moveTo>
                  <a:cubicBezTo>
                    <a:pt x="29210" y="3810"/>
                    <a:pt x="38100" y="0"/>
                    <a:pt x="44450" y="0"/>
                  </a:cubicBezTo>
                  <a:cubicBezTo>
                    <a:pt x="50800" y="1270"/>
                    <a:pt x="57150" y="8890"/>
                    <a:pt x="60960" y="19050"/>
                  </a:cubicBezTo>
                  <a:cubicBezTo>
                    <a:pt x="71120" y="49530"/>
                    <a:pt x="63500" y="194310"/>
                    <a:pt x="48260" y="220980"/>
                  </a:cubicBezTo>
                  <a:cubicBezTo>
                    <a:pt x="43180" y="229870"/>
                    <a:pt x="34290" y="233680"/>
                    <a:pt x="29210" y="232410"/>
                  </a:cubicBezTo>
                  <a:cubicBezTo>
                    <a:pt x="21590" y="231140"/>
                    <a:pt x="11430" y="217170"/>
                    <a:pt x="11430" y="210820"/>
                  </a:cubicBezTo>
                  <a:cubicBezTo>
                    <a:pt x="11430" y="205740"/>
                    <a:pt x="17780" y="198120"/>
                    <a:pt x="22860" y="196850"/>
                  </a:cubicBezTo>
                  <a:cubicBezTo>
                    <a:pt x="27940" y="194310"/>
                    <a:pt x="40640" y="196850"/>
                    <a:pt x="44450" y="200660"/>
                  </a:cubicBezTo>
                  <a:cubicBezTo>
                    <a:pt x="49530" y="205740"/>
                    <a:pt x="49530" y="218440"/>
                    <a:pt x="46990" y="224790"/>
                  </a:cubicBezTo>
                  <a:cubicBezTo>
                    <a:pt x="43180" y="228600"/>
                    <a:pt x="35560" y="233680"/>
                    <a:pt x="30480" y="232410"/>
                  </a:cubicBezTo>
                  <a:cubicBezTo>
                    <a:pt x="24130" y="231140"/>
                    <a:pt x="15240" y="224790"/>
                    <a:pt x="11430" y="212090"/>
                  </a:cubicBezTo>
                  <a:cubicBezTo>
                    <a:pt x="0" y="181610"/>
                    <a:pt x="10160" y="41910"/>
                    <a:pt x="24130" y="15240"/>
                  </a:cubicBezTo>
                  <a:cubicBezTo>
                    <a:pt x="27940" y="6350"/>
                    <a:pt x="34290" y="1270"/>
                    <a:pt x="39370" y="0"/>
                  </a:cubicBezTo>
                  <a:cubicBezTo>
                    <a:pt x="45720" y="0"/>
                    <a:pt x="54610" y="3810"/>
                    <a:pt x="58420" y="10160"/>
                  </a:cubicBezTo>
                  <a:cubicBezTo>
                    <a:pt x="66040" y="21590"/>
                    <a:pt x="67310" y="60960"/>
                    <a:pt x="60960" y="74930"/>
                  </a:cubicBezTo>
                  <a:cubicBezTo>
                    <a:pt x="57150" y="85090"/>
                    <a:pt x="45720" y="95250"/>
                    <a:pt x="39370" y="93980"/>
                  </a:cubicBezTo>
                  <a:cubicBezTo>
                    <a:pt x="33020" y="93980"/>
                    <a:pt x="22860" y="74930"/>
                    <a:pt x="22860" y="749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899406" y="2682581"/>
            <a:ext cx="428799" cy="207427"/>
            <a:chOff x="0" y="0"/>
            <a:chExt cx="312420" cy="1511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9530" y="50800"/>
              <a:ext cx="212090" cy="59690"/>
            </a:xfrm>
            <a:custGeom>
              <a:avLst/>
              <a:gdLst/>
              <a:ahLst/>
              <a:cxnLst/>
              <a:rect r="r" b="b" t="t" l="l"/>
              <a:pathLst>
                <a:path h="59690" w="212090">
                  <a:moveTo>
                    <a:pt x="21590" y="0"/>
                  </a:moveTo>
                  <a:cubicBezTo>
                    <a:pt x="204470" y="16510"/>
                    <a:pt x="210820" y="25400"/>
                    <a:pt x="212090" y="31750"/>
                  </a:cubicBezTo>
                  <a:cubicBezTo>
                    <a:pt x="212090" y="36830"/>
                    <a:pt x="207010" y="44450"/>
                    <a:pt x="201930" y="46990"/>
                  </a:cubicBezTo>
                  <a:cubicBezTo>
                    <a:pt x="196850" y="49530"/>
                    <a:pt x="184150" y="46990"/>
                    <a:pt x="179070" y="43180"/>
                  </a:cubicBezTo>
                  <a:cubicBezTo>
                    <a:pt x="175260" y="40640"/>
                    <a:pt x="172720" y="31750"/>
                    <a:pt x="173990" y="26670"/>
                  </a:cubicBezTo>
                  <a:cubicBezTo>
                    <a:pt x="175260" y="20320"/>
                    <a:pt x="185420" y="11430"/>
                    <a:pt x="190500" y="11430"/>
                  </a:cubicBezTo>
                  <a:cubicBezTo>
                    <a:pt x="196850" y="11430"/>
                    <a:pt x="210820" y="22860"/>
                    <a:pt x="212090" y="29210"/>
                  </a:cubicBezTo>
                  <a:cubicBezTo>
                    <a:pt x="212090" y="35560"/>
                    <a:pt x="207010" y="44450"/>
                    <a:pt x="198120" y="48260"/>
                  </a:cubicBezTo>
                  <a:cubicBezTo>
                    <a:pt x="173990" y="59690"/>
                    <a:pt x="45720" y="50800"/>
                    <a:pt x="17780" y="36830"/>
                  </a:cubicBezTo>
                  <a:cubicBezTo>
                    <a:pt x="7620" y="33020"/>
                    <a:pt x="0" y="25400"/>
                    <a:pt x="1270" y="19050"/>
                  </a:cubicBezTo>
                  <a:cubicBezTo>
                    <a:pt x="1270" y="12700"/>
                    <a:pt x="21590" y="0"/>
                    <a:pt x="2159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57837" y="2872577"/>
            <a:ext cx="196969" cy="210913"/>
            <a:chOff x="0" y="0"/>
            <a:chExt cx="143510" cy="1536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530" y="49530"/>
              <a:ext cx="43180" cy="54610"/>
            </a:xfrm>
            <a:custGeom>
              <a:avLst/>
              <a:gdLst/>
              <a:ahLst/>
              <a:cxnLst/>
              <a:rect r="r" b="b" t="t" l="l"/>
              <a:pathLst>
                <a:path h="54610" w="43180">
                  <a:moveTo>
                    <a:pt x="1270" y="19050"/>
                  </a:moveTo>
                  <a:cubicBezTo>
                    <a:pt x="13970" y="1270"/>
                    <a:pt x="27940" y="1270"/>
                    <a:pt x="31750" y="5080"/>
                  </a:cubicBezTo>
                  <a:cubicBezTo>
                    <a:pt x="36830" y="10160"/>
                    <a:pt x="34290" y="33020"/>
                    <a:pt x="29210" y="36830"/>
                  </a:cubicBezTo>
                  <a:cubicBezTo>
                    <a:pt x="24130" y="39370"/>
                    <a:pt x="1270" y="27940"/>
                    <a:pt x="1270" y="21590"/>
                  </a:cubicBezTo>
                  <a:cubicBezTo>
                    <a:pt x="0" y="15240"/>
                    <a:pt x="17780" y="0"/>
                    <a:pt x="25400" y="1270"/>
                  </a:cubicBezTo>
                  <a:cubicBezTo>
                    <a:pt x="31750" y="2540"/>
                    <a:pt x="43180" y="20320"/>
                    <a:pt x="41910" y="29210"/>
                  </a:cubicBezTo>
                  <a:cubicBezTo>
                    <a:pt x="41910" y="38100"/>
                    <a:pt x="30480" y="50800"/>
                    <a:pt x="24130" y="53340"/>
                  </a:cubicBezTo>
                  <a:cubicBezTo>
                    <a:pt x="16510" y="54610"/>
                    <a:pt x="1270" y="41910"/>
                    <a:pt x="1270" y="419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95541" y="2902210"/>
            <a:ext cx="210913" cy="196969"/>
            <a:chOff x="0" y="0"/>
            <a:chExt cx="153670" cy="143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9530" y="50800"/>
              <a:ext cx="54610" cy="41910"/>
            </a:xfrm>
            <a:custGeom>
              <a:avLst/>
              <a:gdLst/>
              <a:ahLst/>
              <a:cxnLst/>
              <a:rect r="r" b="b" t="t" l="l"/>
              <a:pathLst>
                <a:path h="41910" w="54610">
                  <a:moveTo>
                    <a:pt x="34290" y="0"/>
                  </a:moveTo>
                  <a:cubicBezTo>
                    <a:pt x="53340" y="13970"/>
                    <a:pt x="53340" y="27940"/>
                    <a:pt x="49530" y="31750"/>
                  </a:cubicBezTo>
                  <a:cubicBezTo>
                    <a:pt x="44450" y="36830"/>
                    <a:pt x="20320" y="34290"/>
                    <a:pt x="17780" y="29210"/>
                  </a:cubicBezTo>
                  <a:cubicBezTo>
                    <a:pt x="15240" y="22860"/>
                    <a:pt x="26670" y="1270"/>
                    <a:pt x="33020" y="1270"/>
                  </a:cubicBezTo>
                  <a:cubicBezTo>
                    <a:pt x="38100" y="0"/>
                    <a:pt x="54610" y="17780"/>
                    <a:pt x="53340" y="25400"/>
                  </a:cubicBezTo>
                  <a:cubicBezTo>
                    <a:pt x="52070" y="31750"/>
                    <a:pt x="33020" y="41910"/>
                    <a:pt x="24130" y="41910"/>
                  </a:cubicBezTo>
                  <a:cubicBezTo>
                    <a:pt x="16510" y="41910"/>
                    <a:pt x="2540" y="30480"/>
                    <a:pt x="1270" y="24130"/>
                  </a:cubicBezTo>
                  <a:cubicBezTo>
                    <a:pt x="0" y="16510"/>
                    <a:pt x="11430" y="0"/>
                    <a:pt x="1143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54162" y="2902210"/>
            <a:ext cx="210913" cy="196969"/>
            <a:chOff x="0" y="0"/>
            <a:chExt cx="153670" cy="1435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8260" y="50800"/>
              <a:ext cx="54610" cy="41910"/>
            </a:xfrm>
            <a:custGeom>
              <a:avLst/>
              <a:gdLst/>
              <a:ahLst/>
              <a:cxnLst/>
              <a:rect r="r" b="b" t="t" l="l"/>
              <a:pathLst>
                <a:path h="41910" w="54610">
                  <a:moveTo>
                    <a:pt x="35560" y="0"/>
                  </a:moveTo>
                  <a:cubicBezTo>
                    <a:pt x="54610" y="13970"/>
                    <a:pt x="54610" y="27940"/>
                    <a:pt x="49530" y="31750"/>
                  </a:cubicBezTo>
                  <a:cubicBezTo>
                    <a:pt x="44450" y="36830"/>
                    <a:pt x="21590" y="34290"/>
                    <a:pt x="19050" y="29210"/>
                  </a:cubicBezTo>
                  <a:cubicBezTo>
                    <a:pt x="15240" y="22860"/>
                    <a:pt x="27940" y="1270"/>
                    <a:pt x="33020" y="1270"/>
                  </a:cubicBezTo>
                  <a:cubicBezTo>
                    <a:pt x="39370" y="0"/>
                    <a:pt x="54610" y="17780"/>
                    <a:pt x="53340" y="25400"/>
                  </a:cubicBezTo>
                  <a:cubicBezTo>
                    <a:pt x="52070" y="31750"/>
                    <a:pt x="34290" y="41910"/>
                    <a:pt x="25400" y="41910"/>
                  </a:cubicBezTo>
                  <a:cubicBezTo>
                    <a:pt x="16510" y="41910"/>
                    <a:pt x="3810" y="30480"/>
                    <a:pt x="2540" y="24130"/>
                  </a:cubicBezTo>
                  <a:cubicBezTo>
                    <a:pt x="0" y="16510"/>
                    <a:pt x="12700" y="0"/>
                    <a:pt x="1270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957459" y="2586711"/>
            <a:ext cx="191739" cy="444487"/>
            <a:chOff x="0" y="0"/>
            <a:chExt cx="139700" cy="3238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38100" y="50800"/>
              <a:ext cx="52070" cy="223520"/>
            </a:xfrm>
            <a:custGeom>
              <a:avLst/>
              <a:gdLst/>
              <a:ahLst/>
              <a:cxnLst/>
              <a:rect r="r" b="b" t="t" l="l"/>
              <a:pathLst>
                <a:path h="223520" w="52070">
                  <a:moveTo>
                    <a:pt x="50800" y="19050"/>
                  </a:moveTo>
                  <a:cubicBezTo>
                    <a:pt x="44450" y="218440"/>
                    <a:pt x="30480" y="223520"/>
                    <a:pt x="25400" y="220980"/>
                  </a:cubicBezTo>
                  <a:cubicBezTo>
                    <a:pt x="19050" y="219710"/>
                    <a:pt x="12700" y="207010"/>
                    <a:pt x="12700" y="201930"/>
                  </a:cubicBezTo>
                  <a:cubicBezTo>
                    <a:pt x="12700" y="195580"/>
                    <a:pt x="17780" y="189230"/>
                    <a:pt x="22860" y="186690"/>
                  </a:cubicBezTo>
                  <a:cubicBezTo>
                    <a:pt x="27940" y="184150"/>
                    <a:pt x="40640" y="186690"/>
                    <a:pt x="45720" y="190500"/>
                  </a:cubicBezTo>
                  <a:cubicBezTo>
                    <a:pt x="49530" y="194310"/>
                    <a:pt x="52070" y="201930"/>
                    <a:pt x="50800" y="207010"/>
                  </a:cubicBezTo>
                  <a:cubicBezTo>
                    <a:pt x="48260" y="213360"/>
                    <a:pt x="39370" y="222250"/>
                    <a:pt x="33020" y="222250"/>
                  </a:cubicBezTo>
                  <a:cubicBezTo>
                    <a:pt x="26670" y="222250"/>
                    <a:pt x="17780" y="214630"/>
                    <a:pt x="12700" y="203200"/>
                  </a:cubicBezTo>
                  <a:cubicBezTo>
                    <a:pt x="0" y="173990"/>
                    <a:pt x="0" y="48260"/>
                    <a:pt x="12700" y="19050"/>
                  </a:cubicBezTo>
                  <a:cubicBezTo>
                    <a:pt x="17780" y="7620"/>
                    <a:pt x="27940" y="0"/>
                    <a:pt x="34290" y="0"/>
                  </a:cubicBezTo>
                  <a:cubicBezTo>
                    <a:pt x="40640" y="1270"/>
                    <a:pt x="50800" y="19050"/>
                    <a:pt x="50800" y="190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879020" y="2682581"/>
            <a:ext cx="397424" cy="209170"/>
            <a:chOff x="0" y="0"/>
            <a:chExt cx="289560" cy="152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0" y="49530"/>
              <a:ext cx="187960" cy="58420"/>
            </a:xfrm>
            <a:custGeom>
              <a:avLst/>
              <a:gdLst/>
              <a:ahLst/>
              <a:cxnLst/>
              <a:rect r="r" b="b" t="t" l="l"/>
              <a:pathLst>
                <a:path h="58420" w="187960">
                  <a:moveTo>
                    <a:pt x="19050" y="12700"/>
                  </a:moveTo>
                  <a:cubicBezTo>
                    <a:pt x="180340" y="5080"/>
                    <a:pt x="187960" y="15240"/>
                    <a:pt x="187960" y="21590"/>
                  </a:cubicBezTo>
                  <a:cubicBezTo>
                    <a:pt x="186690" y="27940"/>
                    <a:pt x="172720" y="39370"/>
                    <a:pt x="166370" y="38100"/>
                  </a:cubicBezTo>
                  <a:cubicBezTo>
                    <a:pt x="160020" y="38100"/>
                    <a:pt x="151130" y="27940"/>
                    <a:pt x="149860" y="22860"/>
                  </a:cubicBezTo>
                  <a:cubicBezTo>
                    <a:pt x="148590" y="16510"/>
                    <a:pt x="152400" y="8890"/>
                    <a:pt x="156210" y="5080"/>
                  </a:cubicBezTo>
                  <a:cubicBezTo>
                    <a:pt x="160020" y="2540"/>
                    <a:pt x="167640" y="0"/>
                    <a:pt x="172720" y="1270"/>
                  </a:cubicBezTo>
                  <a:cubicBezTo>
                    <a:pt x="179070" y="3810"/>
                    <a:pt x="186690" y="13970"/>
                    <a:pt x="187960" y="19050"/>
                  </a:cubicBezTo>
                  <a:cubicBezTo>
                    <a:pt x="187960" y="24130"/>
                    <a:pt x="184150" y="30480"/>
                    <a:pt x="179070" y="35560"/>
                  </a:cubicBezTo>
                  <a:cubicBezTo>
                    <a:pt x="170180" y="43180"/>
                    <a:pt x="149860" y="46990"/>
                    <a:pt x="130810" y="50800"/>
                  </a:cubicBezTo>
                  <a:cubicBezTo>
                    <a:pt x="101600" y="54610"/>
                    <a:pt x="39370" y="58420"/>
                    <a:pt x="19050" y="50800"/>
                  </a:cubicBezTo>
                  <a:cubicBezTo>
                    <a:pt x="8890" y="46990"/>
                    <a:pt x="0" y="39370"/>
                    <a:pt x="0" y="33020"/>
                  </a:cubicBezTo>
                  <a:cubicBezTo>
                    <a:pt x="0" y="26670"/>
                    <a:pt x="19050" y="12700"/>
                    <a:pt x="19050" y="127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858634" y="2682581"/>
            <a:ext cx="366048" cy="207427"/>
            <a:chOff x="0" y="0"/>
            <a:chExt cx="266700" cy="1511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9530" y="50800"/>
              <a:ext cx="166370" cy="55880"/>
            </a:xfrm>
            <a:custGeom>
              <a:avLst/>
              <a:gdLst/>
              <a:ahLst/>
              <a:cxnLst/>
              <a:rect r="r" b="b" t="t" l="l"/>
              <a:pathLst>
                <a:path h="55880" w="166370">
                  <a:moveTo>
                    <a:pt x="24130" y="0"/>
                  </a:moveTo>
                  <a:cubicBezTo>
                    <a:pt x="161290" y="17780"/>
                    <a:pt x="166370" y="25400"/>
                    <a:pt x="166370" y="31750"/>
                  </a:cubicBezTo>
                  <a:cubicBezTo>
                    <a:pt x="165100" y="38100"/>
                    <a:pt x="151130" y="49530"/>
                    <a:pt x="144780" y="49530"/>
                  </a:cubicBezTo>
                  <a:cubicBezTo>
                    <a:pt x="138430" y="48260"/>
                    <a:pt x="127000" y="33020"/>
                    <a:pt x="128270" y="26670"/>
                  </a:cubicBezTo>
                  <a:cubicBezTo>
                    <a:pt x="129540" y="20320"/>
                    <a:pt x="144780" y="10160"/>
                    <a:pt x="151130" y="11430"/>
                  </a:cubicBezTo>
                  <a:cubicBezTo>
                    <a:pt x="157480" y="12700"/>
                    <a:pt x="166370" y="29210"/>
                    <a:pt x="165100" y="35560"/>
                  </a:cubicBezTo>
                  <a:cubicBezTo>
                    <a:pt x="163830" y="41910"/>
                    <a:pt x="156210" y="46990"/>
                    <a:pt x="146050" y="49530"/>
                  </a:cubicBezTo>
                  <a:cubicBezTo>
                    <a:pt x="123190" y="55880"/>
                    <a:pt x="38100" y="49530"/>
                    <a:pt x="16510" y="36830"/>
                  </a:cubicBezTo>
                  <a:cubicBezTo>
                    <a:pt x="7620" y="31750"/>
                    <a:pt x="0" y="22860"/>
                    <a:pt x="1270" y="16510"/>
                  </a:cubicBezTo>
                  <a:cubicBezTo>
                    <a:pt x="2540" y="10160"/>
                    <a:pt x="24130" y="0"/>
                    <a:pt x="2413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874322" y="2808083"/>
            <a:ext cx="397424" cy="191739"/>
            <a:chOff x="0" y="0"/>
            <a:chExt cx="289560" cy="139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0" y="49530"/>
              <a:ext cx="187960" cy="50800"/>
            </a:xfrm>
            <a:custGeom>
              <a:avLst/>
              <a:gdLst/>
              <a:ahLst/>
              <a:cxnLst/>
              <a:rect r="r" b="b" t="t" l="l"/>
              <a:pathLst>
                <a:path h="50800" w="187960">
                  <a:moveTo>
                    <a:pt x="19050" y="1270"/>
                  </a:moveTo>
                  <a:cubicBezTo>
                    <a:pt x="184150" y="8890"/>
                    <a:pt x="187960" y="21590"/>
                    <a:pt x="186690" y="27940"/>
                  </a:cubicBezTo>
                  <a:cubicBezTo>
                    <a:pt x="184150" y="33020"/>
                    <a:pt x="172720" y="39370"/>
                    <a:pt x="166370" y="39370"/>
                  </a:cubicBezTo>
                  <a:cubicBezTo>
                    <a:pt x="161290" y="39370"/>
                    <a:pt x="153670" y="34290"/>
                    <a:pt x="152400" y="29210"/>
                  </a:cubicBezTo>
                  <a:cubicBezTo>
                    <a:pt x="149860" y="24130"/>
                    <a:pt x="151130" y="11430"/>
                    <a:pt x="156210" y="6350"/>
                  </a:cubicBezTo>
                  <a:cubicBezTo>
                    <a:pt x="158750" y="2540"/>
                    <a:pt x="167640" y="0"/>
                    <a:pt x="172720" y="1270"/>
                  </a:cubicBezTo>
                  <a:cubicBezTo>
                    <a:pt x="179070" y="3810"/>
                    <a:pt x="187960" y="13970"/>
                    <a:pt x="187960" y="19050"/>
                  </a:cubicBezTo>
                  <a:cubicBezTo>
                    <a:pt x="187960" y="25400"/>
                    <a:pt x="179070" y="34290"/>
                    <a:pt x="168910" y="39370"/>
                  </a:cubicBezTo>
                  <a:cubicBezTo>
                    <a:pt x="143510" y="50800"/>
                    <a:pt x="44450" y="49530"/>
                    <a:pt x="19050" y="39370"/>
                  </a:cubicBezTo>
                  <a:cubicBezTo>
                    <a:pt x="8890" y="35560"/>
                    <a:pt x="0" y="29210"/>
                    <a:pt x="0" y="22860"/>
                  </a:cubicBezTo>
                  <a:cubicBezTo>
                    <a:pt x="0" y="16510"/>
                    <a:pt x="19050" y="1270"/>
                    <a:pt x="19050" y="12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491375" y="2213691"/>
            <a:ext cx="397424" cy="550815"/>
            <a:chOff x="0" y="0"/>
            <a:chExt cx="289560" cy="4013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0640" y="49530"/>
              <a:ext cx="208280" cy="300990"/>
            </a:xfrm>
            <a:custGeom>
              <a:avLst/>
              <a:gdLst/>
              <a:ahLst/>
              <a:cxnLst/>
              <a:rect r="r" b="b" t="t" l="l"/>
              <a:pathLst>
                <a:path h="300990" w="208280">
                  <a:moveTo>
                    <a:pt x="46990" y="81280"/>
                  </a:moveTo>
                  <a:cubicBezTo>
                    <a:pt x="54610" y="265430"/>
                    <a:pt x="44450" y="274320"/>
                    <a:pt x="38100" y="274320"/>
                  </a:cubicBezTo>
                  <a:cubicBezTo>
                    <a:pt x="31750" y="273050"/>
                    <a:pt x="25400" y="265430"/>
                    <a:pt x="21590" y="255270"/>
                  </a:cubicBezTo>
                  <a:cubicBezTo>
                    <a:pt x="11430" y="231140"/>
                    <a:pt x="19050" y="149860"/>
                    <a:pt x="21590" y="115570"/>
                  </a:cubicBezTo>
                  <a:cubicBezTo>
                    <a:pt x="22860" y="95250"/>
                    <a:pt x="21590" y="81280"/>
                    <a:pt x="27940" y="66040"/>
                  </a:cubicBezTo>
                  <a:cubicBezTo>
                    <a:pt x="35560" y="48260"/>
                    <a:pt x="48260" y="26670"/>
                    <a:pt x="62230" y="16510"/>
                  </a:cubicBezTo>
                  <a:cubicBezTo>
                    <a:pt x="76200" y="6350"/>
                    <a:pt x="97790" y="0"/>
                    <a:pt x="111760" y="1270"/>
                  </a:cubicBezTo>
                  <a:cubicBezTo>
                    <a:pt x="123190" y="2540"/>
                    <a:pt x="132080" y="6350"/>
                    <a:pt x="142240" y="16510"/>
                  </a:cubicBezTo>
                  <a:cubicBezTo>
                    <a:pt x="157480" y="31750"/>
                    <a:pt x="175260" y="67310"/>
                    <a:pt x="185420" y="101600"/>
                  </a:cubicBezTo>
                  <a:cubicBezTo>
                    <a:pt x="198120" y="149860"/>
                    <a:pt x="208280" y="252730"/>
                    <a:pt x="196850" y="280670"/>
                  </a:cubicBezTo>
                  <a:cubicBezTo>
                    <a:pt x="193040" y="292100"/>
                    <a:pt x="184150" y="299720"/>
                    <a:pt x="177800" y="299720"/>
                  </a:cubicBezTo>
                  <a:cubicBezTo>
                    <a:pt x="171450" y="299720"/>
                    <a:pt x="161290" y="290830"/>
                    <a:pt x="160020" y="284480"/>
                  </a:cubicBezTo>
                  <a:cubicBezTo>
                    <a:pt x="158750" y="279400"/>
                    <a:pt x="160020" y="270510"/>
                    <a:pt x="163830" y="267970"/>
                  </a:cubicBezTo>
                  <a:cubicBezTo>
                    <a:pt x="170180" y="264160"/>
                    <a:pt x="191770" y="266700"/>
                    <a:pt x="195580" y="273050"/>
                  </a:cubicBezTo>
                  <a:cubicBezTo>
                    <a:pt x="198120" y="278130"/>
                    <a:pt x="191770" y="295910"/>
                    <a:pt x="185420" y="298450"/>
                  </a:cubicBezTo>
                  <a:cubicBezTo>
                    <a:pt x="180340" y="300990"/>
                    <a:pt x="166370" y="295910"/>
                    <a:pt x="160020" y="287020"/>
                  </a:cubicBezTo>
                  <a:cubicBezTo>
                    <a:pt x="144780" y="264160"/>
                    <a:pt x="160020" y="162560"/>
                    <a:pt x="151130" y="119380"/>
                  </a:cubicBezTo>
                  <a:cubicBezTo>
                    <a:pt x="144780" y="90170"/>
                    <a:pt x="133350" y="60960"/>
                    <a:pt x="121920" y="48260"/>
                  </a:cubicBezTo>
                  <a:cubicBezTo>
                    <a:pt x="115570" y="41910"/>
                    <a:pt x="109220" y="38100"/>
                    <a:pt x="101600" y="39370"/>
                  </a:cubicBezTo>
                  <a:cubicBezTo>
                    <a:pt x="91440" y="40640"/>
                    <a:pt x="73660" y="55880"/>
                    <a:pt x="64770" y="74930"/>
                  </a:cubicBezTo>
                  <a:cubicBezTo>
                    <a:pt x="49530" y="111760"/>
                    <a:pt x="71120" y="233680"/>
                    <a:pt x="58420" y="259080"/>
                  </a:cubicBezTo>
                  <a:cubicBezTo>
                    <a:pt x="54610" y="267970"/>
                    <a:pt x="48260" y="273050"/>
                    <a:pt x="43180" y="274320"/>
                  </a:cubicBezTo>
                  <a:cubicBezTo>
                    <a:pt x="36830" y="274320"/>
                    <a:pt x="27940" y="271780"/>
                    <a:pt x="22860" y="264160"/>
                  </a:cubicBezTo>
                  <a:cubicBezTo>
                    <a:pt x="8890" y="241300"/>
                    <a:pt x="0" y="111760"/>
                    <a:pt x="10160" y="83820"/>
                  </a:cubicBezTo>
                  <a:cubicBezTo>
                    <a:pt x="13970" y="73660"/>
                    <a:pt x="20320" y="66040"/>
                    <a:pt x="26670" y="66040"/>
                  </a:cubicBezTo>
                  <a:cubicBezTo>
                    <a:pt x="33020" y="66040"/>
                    <a:pt x="46990" y="81280"/>
                    <a:pt x="46990" y="812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017787" y="2159655"/>
            <a:ext cx="266692" cy="634483"/>
            <a:chOff x="0" y="0"/>
            <a:chExt cx="194310" cy="462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6990" y="50800"/>
              <a:ext cx="96520" cy="361950"/>
            </a:xfrm>
            <a:custGeom>
              <a:avLst/>
              <a:gdLst/>
              <a:ahLst/>
              <a:cxnLst/>
              <a:rect r="r" b="b" t="t" l="l"/>
              <a:pathLst>
                <a:path h="361950" w="96520">
                  <a:moveTo>
                    <a:pt x="90170" y="33020"/>
                  </a:moveTo>
                  <a:cubicBezTo>
                    <a:pt x="52070" y="81280"/>
                    <a:pt x="43180" y="129540"/>
                    <a:pt x="41910" y="165100"/>
                  </a:cubicBezTo>
                  <a:cubicBezTo>
                    <a:pt x="39370" y="203200"/>
                    <a:pt x="43180" y="248920"/>
                    <a:pt x="54610" y="280670"/>
                  </a:cubicBezTo>
                  <a:cubicBezTo>
                    <a:pt x="63500" y="304800"/>
                    <a:pt x="96520" y="325120"/>
                    <a:pt x="95250" y="339090"/>
                  </a:cubicBezTo>
                  <a:cubicBezTo>
                    <a:pt x="95250" y="349250"/>
                    <a:pt x="83820" y="359410"/>
                    <a:pt x="77470" y="360680"/>
                  </a:cubicBezTo>
                  <a:cubicBezTo>
                    <a:pt x="71120" y="361950"/>
                    <a:pt x="60960" y="354330"/>
                    <a:pt x="58420" y="347980"/>
                  </a:cubicBezTo>
                  <a:cubicBezTo>
                    <a:pt x="55880" y="342900"/>
                    <a:pt x="57150" y="334010"/>
                    <a:pt x="60960" y="330200"/>
                  </a:cubicBezTo>
                  <a:cubicBezTo>
                    <a:pt x="64770" y="326390"/>
                    <a:pt x="78740" y="321310"/>
                    <a:pt x="82550" y="323850"/>
                  </a:cubicBezTo>
                  <a:cubicBezTo>
                    <a:pt x="88900" y="327660"/>
                    <a:pt x="93980" y="349250"/>
                    <a:pt x="90170" y="354330"/>
                  </a:cubicBezTo>
                  <a:cubicBezTo>
                    <a:pt x="86360" y="359410"/>
                    <a:pt x="71120" y="359410"/>
                    <a:pt x="62230" y="355600"/>
                  </a:cubicBezTo>
                  <a:cubicBezTo>
                    <a:pt x="46990" y="346710"/>
                    <a:pt x="27940" y="316230"/>
                    <a:pt x="17780" y="289560"/>
                  </a:cubicBezTo>
                  <a:cubicBezTo>
                    <a:pt x="5080" y="255270"/>
                    <a:pt x="0" y="204470"/>
                    <a:pt x="3810" y="162560"/>
                  </a:cubicBezTo>
                  <a:cubicBezTo>
                    <a:pt x="6350" y="119380"/>
                    <a:pt x="19050" y="60960"/>
                    <a:pt x="35560" y="33020"/>
                  </a:cubicBezTo>
                  <a:cubicBezTo>
                    <a:pt x="46990" y="16510"/>
                    <a:pt x="64770" y="1270"/>
                    <a:pt x="74930" y="0"/>
                  </a:cubicBezTo>
                  <a:cubicBezTo>
                    <a:pt x="82550" y="0"/>
                    <a:pt x="91440" y="6350"/>
                    <a:pt x="93980" y="11430"/>
                  </a:cubicBezTo>
                  <a:cubicBezTo>
                    <a:pt x="96520" y="16510"/>
                    <a:pt x="90170" y="33020"/>
                    <a:pt x="90170" y="330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328056" y="2191030"/>
            <a:ext cx="413111" cy="524669"/>
            <a:chOff x="0" y="0"/>
            <a:chExt cx="300990" cy="3822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5720" y="48260"/>
              <a:ext cx="207010" cy="284480"/>
            </a:xfrm>
            <a:custGeom>
              <a:avLst/>
              <a:gdLst/>
              <a:ahLst/>
              <a:cxnLst/>
              <a:rect r="r" b="b" t="t" l="l"/>
              <a:pathLst>
                <a:path h="284480" w="207010">
                  <a:moveTo>
                    <a:pt x="43180" y="97790"/>
                  </a:moveTo>
                  <a:cubicBezTo>
                    <a:pt x="60960" y="218440"/>
                    <a:pt x="52070" y="228600"/>
                    <a:pt x="45720" y="228600"/>
                  </a:cubicBezTo>
                  <a:cubicBezTo>
                    <a:pt x="39370" y="228600"/>
                    <a:pt x="30480" y="220980"/>
                    <a:pt x="26670" y="212090"/>
                  </a:cubicBezTo>
                  <a:cubicBezTo>
                    <a:pt x="19050" y="195580"/>
                    <a:pt x="22860" y="156210"/>
                    <a:pt x="27940" y="127000"/>
                  </a:cubicBezTo>
                  <a:cubicBezTo>
                    <a:pt x="34290" y="92710"/>
                    <a:pt x="46990" y="41910"/>
                    <a:pt x="67310" y="21590"/>
                  </a:cubicBezTo>
                  <a:cubicBezTo>
                    <a:pt x="81280" y="7620"/>
                    <a:pt x="102870" y="0"/>
                    <a:pt x="120650" y="2540"/>
                  </a:cubicBezTo>
                  <a:cubicBezTo>
                    <a:pt x="142240" y="6350"/>
                    <a:pt x="172720" y="35560"/>
                    <a:pt x="184150" y="53340"/>
                  </a:cubicBezTo>
                  <a:cubicBezTo>
                    <a:pt x="193040" y="64770"/>
                    <a:pt x="194310" y="72390"/>
                    <a:pt x="198120" y="88900"/>
                  </a:cubicBezTo>
                  <a:cubicBezTo>
                    <a:pt x="203200" y="116840"/>
                    <a:pt x="207010" y="175260"/>
                    <a:pt x="204470" y="208280"/>
                  </a:cubicBezTo>
                  <a:cubicBezTo>
                    <a:pt x="201930" y="232410"/>
                    <a:pt x="200660" y="259080"/>
                    <a:pt x="191770" y="270510"/>
                  </a:cubicBezTo>
                  <a:cubicBezTo>
                    <a:pt x="186690" y="278130"/>
                    <a:pt x="177800" y="284480"/>
                    <a:pt x="172720" y="283210"/>
                  </a:cubicBezTo>
                  <a:cubicBezTo>
                    <a:pt x="166370" y="281940"/>
                    <a:pt x="154940" y="267970"/>
                    <a:pt x="154940" y="261620"/>
                  </a:cubicBezTo>
                  <a:cubicBezTo>
                    <a:pt x="154940" y="255270"/>
                    <a:pt x="165100" y="246380"/>
                    <a:pt x="171450" y="245110"/>
                  </a:cubicBezTo>
                  <a:cubicBezTo>
                    <a:pt x="176530" y="243840"/>
                    <a:pt x="185420" y="247650"/>
                    <a:pt x="187960" y="251460"/>
                  </a:cubicBezTo>
                  <a:cubicBezTo>
                    <a:pt x="191770" y="256540"/>
                    <a:pt x="193040" y="269240"/>
                    <a:pt x="190500" y="274320"/>
                  </a:cubicBezTo>
                  <a:cubicBezTo>
                    <a:pt x="187960" y="279400"/>
                    <a:pt x="179070" y="283210"/>
                    <a:pt x="173990" y="283210"/>
                  </a:cubicBezTo>
                  <a:cubicBezTo>
                    <a:pt x="167640" y="281940"/>
                    <a:pt x="157480" y="273050"/>
                    <a:pt x="154940" y="262890"/>
                  </a:cubicBezTo>
                  <a:cubicBezTo>
                    <a:pt x="151130" y="250190"/>
                    <a:pt x="163830" y="231140"/>
                    <a:pt x="166370" y="209550"/>
                  </a:cubicBezTo>
                  <a:cubicBezTo>
                    <a:pt x="167640" y="175260"/>
                    <a:pt x="173990" y="106680"/>
                    <a:pt x="157480" y="78740"/>
                  </a:cubicBezTo>
                  <a:cubicBezTo>
                    <a:pt x="144780" y="58420"/>
                    <a:pt x="114300" y="36830"/>
                    <a:pt x="99060" y="40640"/>
                  </a:cubicBezTo>
                  <a:cubicBezTo>
                    <a:pt x="86360" y="44450"/>
                    <a:pt x="78740" y="73660"/>
                    <a:pt x="72390" y="96520"/>
                  </a:cubicBezTo>
                  <a:cubicBezTo>
                    <a:pt x="64770" y="128270"/>
                    <a:pt x="72390" y="191770"/>
                    <a:pt x="64770" y="212090"/>
                  </a:cubicBezTo>
                  <a:cubicBezTo>
                    <a:pt x="60960" y="220980"/>
                    <a:pt x="55880" y="227330"/>
                    <a:pt x="50800" y="228600"/>
                  </a:cubicBezTo>
                  <a:cubicBezTo>
                    <a:pt x="44450" y="228600"/>
                    <a:pt x="34290" y="224790"/>
                    <a:pt x="27940" y="215900"/>
                  </a:cubicBezTo>
                  <a:cubicBezTo>
                    <a:pt x="13970" y="199390"/>
                    <a:pt x="0" y="124460"/>
                    <a:pt x="5080" y="102870"/>
                  </a:cubicBezTo>
                  <a:cubicBezTo>
                    <a:pt x="7620" y="92710"/>
                    <a:pt x="15240" y="85090"/>
                    <a:pt x="21590" y="83820"/>
                  </a:cubicBezTo>
                  <a:cubicBezTo>
                    <a:pt x="27940" y="82550"/>
                    <a:pt x="43180" y="97790"/>
                    <a:pt x="43180" y="977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880614" y="2224149"/>
            <a:ext cx="191739" cy="477606"/>
            <a:chOff x="0" y="0"/>
            <a:chExt cx="139700" cy="3479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6830" y="49530"/>
              <a:ext cx="53340" cy="246380"/>
            </a:xfrm>
            <a:custGeom>
              <a:avLst/>
              <a:gdLst/>
              <a:ahLst/>
              <a:cxnLst/>
              <a:rect r="r" b="b" t="t" l="l"/>
              <a:pathLst>
                <a:path h="246380" w="53340">
                  <a:moveTo>
                    <a:pt x="52070" y="20320"/>
                  </a:moveTo>
                  <a:cubicBezTo>
                    <a:pt x="45720" y="242570"/>
                    <a:pt x="33020" y="246380"/>
                    <a:pt x="26670" y="245110"/>
                  </a:cubicBezTo>
                  <a:cubicBezTo>
                    <a:pt x="20320" y="242570"/>
                    <a:pt x="13970" y="231140"/>
                    <a:pt x="15240" y="224790"/>
                  </a:cubicBezTo>
                  <a:cubicBezTo>
                    <a:pt x="15240" y="219710"/>
                    <a:pt x="20320" y="212090"/>
                    <a:pt x="24130" y="210820"/>
                  </a:cubicBezTo>
                  <a:cubicBezTo>
                    <a:pt x="30480" y="208280"/>
                    <a:pt x="43180" y="209550"/>
                    <a:pt x="46990" y="214630"/>
                  </a:cubicBezTo>
                  <a:cubicBezTo>
                    <a:pt x="50800" y="217170"/>
                    <a:pt x="53340" y="226060"/>
                    <a:pt x="52070" y="231140"/>
                  </a:cubicBezTo>
                  <a:cubicBezTo>
                    <a:pt x="50800" y="237490"/>
                    <a:pt x="40640" y="246380"/>
                    <a:pt x="34290" y="246380"/>
                  </a:cubicBezTo>
                  <a:cubicBezTo>
                    <a:pt x="27940" y="246380"/>
                    <a:pt x="19050" y="238760"/>
                    <a:pt x="13970" y="227330"/>
                  </a:cubicBezTo>
                  <a:cubicBezTo>
                    <a:pt x="1270" y="195580"/>
                    <a:pt x="0" y="50800"/>
                    <a:pt x="13970" y="20320"/>
                  </a:cubicBezTo>
                  <a:cubicBezTo>
                    <a:pt x="20320" y="8890"/>
                    <a:pt x="29210" y="0"/>
                    <a:pt x="35560" y="1270"/>
                  </a:cubicBezTo>
                  <a:cubicBezTo>
                    <a:pt x="41910" y="1270"/>
                    <a:pt x="52070" y="20320"/>
                    <a:pt x="52070" y="203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786488" y="2349651"/>
            <a:ext cx="381736" cy="207427"/>
            <a:chOff x="0" y="0"/>
            <a:chExt cx="278130" cy="1511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0" y="46990"/>
              <a:ext cx="176530" cy="54610"/>
            </a:xfrm>
            <a:custGeom>
              <a:avLst/>
              <a:gdLst/>
              <a:ahLst/>
              <a:cxnLst/>
              <a:rect r="r" b="b" t="t" l="l"/>
              <a:pathLst>
                <a:path h="54610" w="176530">
                  <a:moveTo>
                    <a:pt x="21590" y="3810"/>
                  </a:moveTo>
                  <a:cubicBezTo>
                    <a:pt x="130810" y="13970"/>
                    <a:pt x="148590" y="0"/>
                    <a:pt x="158750" y="3810"/>
                  </a:cubicBezTo>
                  <a:cubicBezTo>
                    <a:pt x="167640" y="7620"/>
                    <a:pt x="176530" y="19050"/>
                    <a:pt x="176530" y="25400"/>
                  </a:cubicBezTo>
                  <a:cubicBezTo>
                    <a:pt x="176530" y="31750"/>
                    <a:pt x="170180" y="38100"/>
                    <a:pt x="165100" y="40640"/>
                  </a:cubicBezTo>
                  <a:cubicBezTo>
                    <a:pt x="160020" y="41910"/>
                    <a:pt x="147320" y="40640"/>
                    <a:pt x="143510" y="35560"/>
                  </a:cubicBezTo>
                  <a:cubicBezTo>
                    <a:pt x="138430" y="30480"/>
                    <a:pt x="138430" y="17780"/>
                    <a:pt x="140970" y="12700"/>
                  </a:cubicBezTo>
                  <a:cubicBezTo>
                    <a:pt x="143510" y="7620"/>
                    <a:pt x="151130" y="3810"/>
                    <a:pt x="157480" y="3810"/>
                  </a:cubicBezTo>
                  <a:cubicBezTo>
                    <a:pt x="162560" y="3810"/>
                    <a:pt x="173990" y="11430"/>
                    <a:pt x="175260" y="17780"/>
                  </a:cubicBezTo>
                  <a:cubicBezTo>
                    <a:pt x="176530" y="24130"/>
                    <a:pt x="168910" y="35560"/>
                    <a:pt x="161290" y="41910"/>
                  </a:cubicBezTo>
                  <a:cubicBezTo>
                    <a:pt x="151130" y="49530"/>
                    <a:pt x="130810" y="52070"/>
                    <a:pt x="111760" y="53340"/>
                  </a:cubicBezTo>
                  <a:cubicBezTo>
                    <a:pt x="85090" y="54610"/>
                    <a:pt x="33020" y="52070"/>
                    <a:pt x="16510" y="41910"/>
                  </a:cubicBezTo>
                  <a:cubicBezTo>
                    <a:pt x="6350" y="36830"/>
                    <a:pt x="0" y="27940"/>
                    <a:pt x="0" y="22860"/>
                  </a:cubicBezTo>
                  <a:cubicBezTo>
                    <a:pt x="1270" y="15240"/>
                    <a:pt x="21590" y="3810"/>
                    <a:pt x="21590" y="38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248405" y="2173600"/>
            <a:ext cx="298068" cy="479349"/>
            <a:chOff x="0" y="0"/>
            <a:chExt cx="217170" cy="3492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49530" y="45720"/>
              <a:ext cx="128270" cy="252730"/>
            </a:xfrm>
            <a:custGeom>
              <a:avLst/>
              <a:gdLst/>
              <a:ahLst/>
              <a:cxnLst/>
              <a:rect r="r" b="b" t="t" l="l"/>
              <a:pathLst>
                <a:path h="252730" w="128270">
                  <a:moveTo>
                    <a:pt x="1270" y="142240"/>
                  </a:moveTo>
                  <a:cubicBezTo>
                    <a:pt x="64770" y="20320"/>
                    <a:pt x="73660" y="8890"/>
                    <a:pt x="83820" y="5080"/>
                  </a:cubicBezTo>
                  <a:cubicBezTo>
                    <a:pt x="91440" y="2540"/>
                    <a:pt x="99060" y="1270"/>
                    <a:pt x="105410" y="7620"/>
                  </a:cubicBezTo>
                  <a:cubicBezTo>
                    <a:pt x="124460" y="26670"/>
                    <a:pt x="128270" y="215900"/>
                    <a:pt x="115570" y="242570"/>
                  </a:cubicBezTo>
                  <a:cubicBezTo>
                    <a:pt x="111760" y="248920"/>
                    <a:pt x="105410" y="251460"/>
                    <a:pt x="100330" y="252730"/>
                  </a:cubicBezTo>
                  <a:cubicBezTo>
                    <a:pt x="95250" y="252730"/>
                    <a:pt x="83820" y="247650"/>
                    <a:pt x="81280" y="242570"/>
                  </a:cubicBezTo>
                  <a:cubicBezTo>
                    <a:pt x="78740" y="237490"/>
                    <a:pt x="80010" y="226060"/>
                    <a:pt x="83820" y="220980"/>
                  </a:cubicBezTo>
                  <a:cubicBezTo>
                    <a:pt x="86360" y="217170"/>
                    <a:pt x="95250" y="213360"/>
                    <a:pt x="100330" y="214630"/>
                  </a:cubicBezTo>
                  <a:cubicBezTo>
                    <a:pt x="105410" y="214630"/>
                    <a:pt x="113030" y="219710"/>
                    <a:pt x="115570" y="223520"/>
                  </a:cubicBezTo>
                  <a:cubicBezTo>
                    <a:pt x="116840" y="229870"/>
                    <a:pt x="115570" y="242570"/>
                    <a:pt x="111760" y="246380"/>
                  </a:cubicBezTo>
                  <a:cubicBezTo>
                    <a:pt x="107950" y="250190"/>
                    <a:pt x="100330" y="252730"/>
                    <a:pt x="93980" y="251460"/>
                  </a:cubicBezTo>
                  <a:cubicBezTo>
                    <a:pt x="88900" y="250190"/>
                    <a:pt x="78740" y="240030"/>
                    <a:pt x="78740" y="234950"/>
                  </a:cubicBezTo>
                  <a:cubicBezTo>
                    <a:pt x="78740" y="228600"/>
                    <a:pt x="91440" y="214630"/>
                    <a:pt x="97790" y="214630"/>
                  </a:cubicBezTo>
                  <a:cubicBezTo>
                    <a:pt x="104140" y="214630"/>
                    <a:pt x="118110" y="227330"/>
                    <a:pt x="116840" y="233680"/>
                  </a:cubicBezTo>
                  <a:cubicBezTo>
                    <a:pt x="116840" y="240030"/>
                    <a:pt x="102870" y="252730"/>
                    <a:pt x="96520" y="252730"/>
                  </a:cubicBezTo>
                  <a:cubicBezTo>
                    <a:pt x="90170" y="251460"/>
                    <a:pt x="83820" y="243840"/>
                    <a:pt x="78740" y="233680"/>
                  </a:cubicBezTo>
                  <a:cubicBezTo>
                    <a:pt x="67310" y="200660"/>
                    <a:pt x="66040" y="21590"/>
                    <a:pt x="83820" y="5080"/>
                  </a:cubicBezTo>
                  <a:cubicBezTo>
                    <a:pt x="88900" y="0"/>
                    <a:pt x="100330" y="3810"/>
                    <a:pt x="105410" y="7620"/>
                  </a:cubicBezTo>
                  <a:cubicBezTo>
                    <a:pt x="110490" y="11430"/>
                    <a:pt x="113030" y="21590"/>
                    <a:pt x="111760" y="27940"/>
                  </a:cubicBezTo>
                  <a:cubicBezTo>
                    <a:pt x="109220" y="35560"/>
                    <a:pt x="95250" y="38100"/>
                    <a:pt x="86360" y="49530"/>
                  </a:cubicBezTo>
                  <a:cubicBezTo>
                    <a:pt x="69850" y="72390"/>
                    <a:pt x="52070" y="148590"/>
                    <a:pt x="33020" y="162560"/>
                  </a:cubicBezTo>
                  <a:cubicBezTo>
                    <a:pt x="24130" y="170180"/>
                    <a:pt x="10160" y="171450"/>
                    <a:pt x="5080" y="167640"/>
                  </a:cubicBezTo>
                  <a:cubicBezTo>
                    <a:pt x="0" y="163830"/>
                    <a:pt x="1270" y="142240"/>
                    <a:pt x="1270" y="1422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546473" y="2081216"/>
            <a:ext cx="291095" cy="761729"/>
            <a:chOff x="0" y="0"/>
            <a:chExt cx="212090" cy="5549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8260" y="49530"/>
              <a:ext cx="116840" cy="455930"/>
            </a:xfrm>
            <a:custGeom>
              <a:avLst/>
              <a:gdLst/>
              <a:ahLst/>
              <a:cxnLst/>
              <a:rect r="r" b="b" t="t" l="l"/>
              <a:pathLst>
                <a:path h="455930" w="116840">
                  <a:moveTo>
                    <a:pt x="62230" y="13970"/>
                  </a:moveTo>
                  <a:cubicBezTo>
                    <a:pt x="115570" y="189230"/>
                    <a:pt x="116840" y="224790"/>
                    <a:pt x="111760" y="265430"/>
                  </a:cubicBezTo>
                  <a:cubicBezTo>
                    <a:pt x="106680" y="311150"/>
                    <a:pt x="93980" y="377190"/>
                    <a:pt x="73660" y="410210"/>
                  </a:cubicBezTo>
                  <a:cubicBezTo>
                    <a:pt x="59690" y="431800"/>
                    <a:pt x="35560" y="452120"/>
                    <a:pt x="22860" y="453390"/>
                  </a:cubicBezTo>
                  <a:cubicBezTo>
                    <a:pt x="15240" y="454660"/>
                    <a:pt x="6350" y="448310"/>
                    <a:pt x="3810" y="443230"/>
                  </a:cubicBezTo>
                  <a:cubicBezTo>
                    <a:pt x="1270" y="436880"/>
                    <a:pt x="3810" y="422910"/>
                    <a:pt x="8890" y="419100"/>
                  </a:cubicBezTo>
                  <a:cubicBezTo>
                    <a:pt x="15240" y="416560"/>
                    <a:pt x="33020" y="419100"/>
                    <a:pt x="36830" y="424180"/>
                  </a:cubicBezTo>
                  <a:cubicBezTo>
                    <a:pt x="39370" y="430530"/>
                    <a:pt x="30480" y="450850"/>
                    <a:pt x="24130" y="453390"/>
                  </a:cubicBezTo>
                  <a:cubicBezTo>
                    <a:pt x="19050" y="455930"/>
                    <a:pt x="6350" y="449580"/>
                    <a:pt x="3810" y="443230"/>
                  </a:cubicBezTo>
                  <a:cubicBezTo>
                    <a:pt x="1270" y="438150"/>
                    <a:pt x="2540" y="424180"/>
                    <a:pt x="7620" y="420370"/>
                  </a:cubicBezTo>
                  <a:cubicBezTo>
                    <a:pt x="12700" y="416560"/>
                    <a:pt x="31750" y="417830"/>
                    <a:pt x="35560" y="422910"/>
                  </a:cubicBezTo>
                  <a:cubicBezTo>
                    <a:pt x="39370" y="427990"/>
                    <a:pt x="33020" y="450850"/>
                    <a:pt x="26670" y="453390"/>
                  </a:cubicBezTo>
                  <a:cubicBezTo>
                    <a:pt x="21590" y="454660"/>
                    <a:pt x="2540" y="445770"/>
                    <a:pt x="2540" y="439420"/>
                  </a:cubicBezTo>
                  <a:cubicBezTo>
                    <a:pt x="0" y="429260"/>
                    <a:pt x="26670" y="417830"/>
                    <a:pt x="36830" y="400050"/>
                  </a:cubicBezTo>
                  <a:cubicBezTo>
                    <a:pt x="53340" y="369570"/>
                    <a:pt x="68580" y="304800"/>
                    <a:pt x="73660" y="262890"/>
                  </a:cubicBezTo>
                  <a:cubicBezTo>
                    <a:pt x="77470" y="226060"/>
                    <a:pt x="78740" y="196850"/>
                    <a:pt x="72390" y="160020"/>
                  </a:cubicBezTo>
                  <a:cubicBezTo>
                    <a:pt x="64770" y="116840"/>
                    <a:pt x="20320" y="46990"/>
                    <a:pt x="24130" y="21590"/>
                  </a:cubicBezTo>
                  <a:cubicBezTo>
                    <a:pt x="26670" y="11430"/>
                    <a:pt x="33020" y="2540"/>
                    <a:pt x="39370" y="1270"/>
                  </a:cubicBezTo>
                  <a:cubicBezTo>
                    <a:pt x="45720" y="0"/>
                    <a:pt x="62230" y="13970"/>
                    <a:pt x="62230" y="139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348442" y="2713956"/>
            <a:ext cx="2593712" cy="191739"/>
            <a:chOff x="0" y="0"/>
            <a:chExt cx="1889760" cy="139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800" y="49530"/>
              <a:ext cx="1788160" cy="86360"/>
            </a:xfrm>
            <a:custGeom>
              <a:avLst/>
              <a:gdLst/>
              <a:ahLst/>
              <a:cxnLst/>
              <a:rect r="r" b="b" t="t" l="l"/>
              <a:pathLst>
                <a:path h="86360" w="1788160">
                  <a:moveTo>
                    <a:pt x="19050" y="1270"/>
                  </a:moveTo>
                  <a:cubicBezTo>
                    <a:pt x="1783080" y="6350"/>
                    <a:pt x="1788160" y="15240"/>
                    <a:pt x="1788160" y="21590"/>
                  </a:cubicBezTo>
                  <a:cubicBezTo>
                    <a:pt x="1788160" y="26670"/>
                    <a:pt x="1774190" y="38100"/>
                    <a:pt x="1766570" y="39370"/>
                  </a:cubicBezTo>
                  <a:cubicBezTo>
                    <a:pt x="1761490" y="39370"/>
                    <a:pt x="1753870" y="34290"/>
                    <a:pt x="1752600" y="29210"/>
                  </a:cubicBezTo>
                  <a:cubicBezTo>
                    <a:pt x="1750060" y="22860"/>
                    <a:pt x="1752600" y="10160"/>
                    <a:pt x="1756410" y="6350"/>
                  </a:cubicBezTo>
                  <a:cubicBezTo>
                    <a:pt x="1760220" y="2540"/>
                    <a:pt x="1767840" y="0"/>
                    <a:pt x="1772920" y="1270"/>
                  </a:cubicBezTo>
                  <a:cubicBezTo>
                    <a:pt x="1779270" y="2540"/>
                    <a:pt x="1788160" y="12700"/>
                    <a:pt x="1788160" y="19050"/>
                  </a:cubicBezTo>
                  <a:cubicBezTo>
                    <a:pt x="1788160" y="25400"/>
                    <a:pt x="1783080" y="33020"/>
                    <a:pt x="1769110" y="39370"/>
                  </a:cubicBezTo>
                  <a:cubicBezTo>
                    <a:pt x="1658620" y="86360"/>
                    <a:pt x="128270" y="80010"/>
                    <a:pt x="19050" y="39370"/>
                  </a:cubicBezTo>
                  <a:cubicBezTo>
                    <a:pt x="6350" y="34290"/>
                    <a:pt x="0" y="27940"/>
                    <a:pt x="0" y="22860"/>
                  </a:cubicBezTo>
                  <a:cubicBezTo>
                    <a:pt x="0" y="15240"/>
                    <a:pt x="19050" y="1270"/>
                    <a:pt x="19050" y="12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237415" y="2978905"/>
            <a:ext cx="454945" cy="540357"/>
            <a:chOff x="0" y="0"/>
            <a:chExt cx="331470" cy="393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9530" y="45720"/>
              <a:ext cx="234950" cy="313690"/>
            </a:xfrm>
            <a:custGeom>
              <a:avLst/>
              <a:gdLst/>
              <a:ahLst/>
              <a:cxnLst/>
              <a:rect r="r" b="b" t="t" l="l"/>
              <a:pathLst>
                <a:path h="313690" w="234950">
                  <a:moveTo>
                    <a:pt x="91440" y="148590"/>
                  </a:moveTo>
                  <a:cubicBezTo>
                    <a:pt x="59690" y="130810"/>
                    <a:pt x="48260" y="111760"/>
                    <a:pt x="48260" y="97790"/>
                  </a:cubicBezTo>
                  <a:cubicBezTo>
                    <a:pt x="46990" y="82550"/>
                    <a:pt x="55880" y="64770"/>
                    <a:pt x="63500" y="50800"/>
                  </a:cubicBezTo>
                  <a:cubicBezTo>
                    <a:pt x="72390" y="35560"/>
                    <a:pt x="82550" y="20320"/>
                    <a:pt x="97790" y="12700"/>
                  </a:cubicBezTo>
                  <a:cubicBezTo>
                    <a:pt x="115570" y="3810"/>
                    <a:pt x="144780" y="0"/>
                    <a:pt x="163830" y="5080"/>
                  </a:cubicBezTo>
                  <a:cubicBezTo>
                    <a:pt x="181610" y="8890"/>
                    <a:pt x="199390" y="19050"/>
                    <a:pt x="210820" y="34290"/>
                  </a:cubicBezTo>
                  <a:cubicBezTo>
                    <a:pt x="223520" y="52070"/>
                    <a:pt x="232410" y="85090"/>
                    <a:pt x="231140" y="109220"/>
                  </a:cubicBezTo>
                  <a:cubicBezTo>
                    <a:pt x="228600" y="133350"/>
                    <a:pt x="218440" y="154940"/>
                    <a:pt x="199390" y="179070"/>
                  </a:cubicBezTo>
                  <a:cubicBezTo>
                    <a:pt x="171450" y="213360"/>
                    <a:pt x="91440" y="265430"/>
                    <a:pt x="58420" y="283210"/>
                  </a:cubicBezTo>
                  <a:cubicBezTo>
                    <a:pt x="43180" y="290830"/>
                    <a:pt x="31750" y="298450"/>
                    <a:pt x="21590" y="295910"/>
                  </a:cubicBezTo>
                  <a:cubicBezTo>
                    <a:pt x="12700" y="294640"/>
                    <a:pt x="2540" y="287020"/>
                    <a:pt x="1270" y="280670"/>
                  </a:cubicBezTo>
                  <a:cubicBezTo>
                    <a:pt x="0" y="274320"/>
                    <a:pt x="5080" y="264160"/>
                    <a:pt x="15240" y="259080"/>
                  </a:cubicBezTo>
                  <a:cubicBezTo>
                    <a:pt x="40640" y="245110"/>
                    <a:pt x="184150" y="254000"/>
                    <a:pt x="213360" y="260350"/>
                  </a:cubicBezTo>
                  <a:cubicBezTo>
                    <a:pt x="222250" y="262890"/>
                    <a:pt x="226060" y="264160"/>
                    <a:pt x="228600" y="269240"/>
                  </a:cubicBezTo>
                  <a:cubicBezTo>
                    <a:pt x="232410" y="274320"/>
                    <a:pt x="232410" y="288290"/>
                    <a:pt x="227330" y="292100"/>
                  </a:cubicBezTo>
                  <a:cubicBezTo>
                    <a:pt x="222250" y="295910"/>
                    <a:pt x="199390" y="293370"/>
                    <a:pt x="196850" y="288290"/>
                  </a:cubicBezTo>
                  <a:cubicBezTo>
                    <a:pt x="193040" y="283210"/>
                    <a:pt x="204470" y="262890"/>
                    <a:pt x="210820" y="260350"/>
                  </a:cubicBezTo>
                  <a:cubicBezTo>
                    <a:pt x="215900" y="259080"/>
                    <a:pt x="224790" y="262890"/>
                    <a:pt x="227330" y="267970"/>
                  </a:cubicBezTo>
                  <a:cubicBezTo>
                    <a:pt x="231140" y="271780"/>
                    <a:pt x="234950" y="284480"/>
                    <a:pt x="228600" y="290830"/>
                  </a:cubicBezTo>
                  <a:cubicBezTo>
                    <a:pt x="212090" y="308610"/>
                    <a:pt x="35560" y="313690"/>
                    <a:pt x="12700" y="294640"/>
                  </a:cubicBezTo>
                  <a:cubicBezTo>
                    <a:pt x="3810" y="287020"/>
                    <a:pt x="2540" y="274320"/>
                    <a:pt x="6350" y="264160"/>
                  </a:cubicBezTo>
                  <a:cubicBezTo>
                    <a:pt x="16510" y="245110"/>
                    <a:pt x="80010" y="228600"/>
                    <a:pt x="109220" y="209550"/>
                  </a:cubicBezTo>
                  <a:cubicBezTo>
                    <a:pt x="132080" y="193040"/>
                    <a:pt x="153670" y="180340"/>
                    <a:pt x="167640" y="158750"/>
                  </a:cubicBezTo>
                  <a:cubicBezTo>
                    <a:pt x="181610" y="138430"/>
                    <a:pt x="191770" y="102870"/>
                    <a:pt x="191770" y="85090"/>
                  </a:cubicBezTo>
                  <a:cubicBezTo>
                    <a:pt x="191770" y="76200"/>
                    <a:pt x="190500" y="69850"/>
                    <a:pt x="185420" y="63500"/>
                  </a:cubicBezTo>
                  <a:cubicBezTo>
                    <a:pt x="177800" y="53340"/>
                    <a:pt x="154940" y="36830"/>
                    <a:pt x="140970" y="38100"/>
                  </a:cubicBezTo>
                  <a:cubicBezTo>
                    <a:pt x="123190" y="39370"/>
                    <a:pt x="96520" y="66040"/>
                    <a:pt x="88900" y="80010"/>
                  </a:cubicBezTo>
                  <a:cubicBezTo>
                    <a:pt x="85090" y="88900"/>
                    <a:pt x="83820" y="100330"/>
                    <a:pt x="87630" y="107950"/>
                  </a:cubicBezTo>
                  <a:cubicBezTo>
                    <a:pt x="91440" y="116840"/>
                    <a:pt x="116840" y="121920"/>
                    <a:pt x="116840" y="129540"/>
                  </a:cubicBezTo>
                  <a:cubicBezTo>
                    <a:pt x="116840" y="135890"/>
                    <a:pt x="91440" y="148590"/>
                    <a:pt x="91440" y="1485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1380941" y="1232670"/>
            <a:ext cx="4585076" cy="264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Suma de números consecutivos de gauss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246372" y="6088033"/>
            <a:ext cx="7556288" cy="2955318"/>
            <a:chOff x="0" y="0"/>
            <a:chExt cx="10075050" cy="3940424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1581" y="147054"/>
              <a:ext cx="1503749" cy="1440500"/>
              <a:chOff x="0" y="0"/>
              <a:chExt cx="1207770" cy="115697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46990" y="48260"/>
                <a:ext cx="1113790" cy="1059180"/>
              </a:xfrm>
              <a:custGeom>
                <a:avLst/>
                <a:gdLst/>
                <a:ahLst/>
                <a:cxnLst/>
                <a:rect r="r" b="b" t="t" l="l"/>
                <a:pathLst>
                  <a:path h="1059180" w="1113790">
                    <a:moveTo>
                      <a:pt x="537210" y="102870"/>
                    </a:moveTo>
                    <a:cubicBezTo>
                      <a:pt x="386080" y="318770"/>
                      <a:pt x="421640" y="265430"/>
                      <a:pt x="457200" y="251460"/>
                    </a:cubicBezTo>
                    <a:cubicBezTo>
                      <a:pt x="515620" y="228600"/>
                      <a:pt x="651510" y="236220"/>
                      <a:pt x="720090" y="242570"/>
                    </a:cubicBezTo>
                    <a:cubicBezTo>
                      <a:pt x="764540" y="246380"/>
                      <a:pt x="795020" y="257810"/>
                      <a:pt x="829310" y="266700"/>
                    </a:cubicBezTo>
                    <a:cubicBezTo>
                      <a:pt x="862330" y="274320"/>
                      <a:pt x="892810" y="274320"/>
                      <a:pt x="922020" y="290830"/>
                    </a:cubicBezTo>
                    <a:cubicBezTo>
                      <a:pt x="956310" y="309880"/>
                      <a:pt x="993140" y="350520"/>
                      <a:pt x="1019810" y="384810"/>
                    </a:cubicBezTo>
                    <a:cubicBezTo>
                      <a:pt x="1045210" y="416560"/>
                      <a:pt x="1065530" y="452120"/>
                      <a:pt x="1080770" y="486410"/>
                    </a:cubicBezTo>
                    <a:cubicBezTo>
                      <a:pt x="1094740" y="519430"/>
                      <a:pt x="1104900" y="553720"/>
                      <a:pt x="1109980" y="586740"/>
                    </a:cubicBezTo>
                    <a:cubicBezTo>
                      <a:pt x="1113790" y="617220"/>
                      <a:pt x="1113790" y="642620"/>
                      <a:pt x="1109980" y="674370"/>
                    </a:cubicBezTo>
                    <a:cubicBezTo>
                      <a:pt x="1104900" y="716280"/>
                      <a:pt x="1088390" y="770890"/>
                      <a:pt x="1071880" y="812800"/>
                    </a:cubicBezTo>
                    <a:cubicBezTo>
                      <a:pt x="1056640" y="849630"/>
                      <a:pt x="1037590" y="881380"/>
                      <a:pt x="1017270" y="913130"/>
                    </a:cubicBezTo>
                    <a:cubicBezTo>
                      <a:pt x="996950" y="942340"/>
                      <a:pt x="979170" y="974090"/>
                      <a:pt x="951230" y="994410"/>
                    </a:cubicBezTo>
                    <a:cubicBezTo>
                      <a:pt x="919480" y="1018540"/>
                      <a:pt x="873760" y="1032510"/>
                      <a:pt x="833120" y="1042670"/>
                    </a:cubicBezTo>
                    <a:cubicBezTo>
                      <a:pt x="793750" y="1052830"/>
                      <a:pt x="756920" y="1057910"/>
                      <a:pt x="712470" y="1057910"/>
                    </a:cubicBezTo>
                    <a:cubicBezTo>
                      <a:pt x="656590" y="1059180"/>
                      <a:pt x="584200" y="1055370"/>
                      <a:pt x="525780" y="1040130"/>
                    </a:cubicBezTo>
                    <a:cubicBezTo>
                      <a:pt x="468630" y="1026160"/>
                      <a:pt x="425450" y="1000760"/>
                      <a:pt x="364490" y="970280"/>
                    </a:cubicBezTo>
                    <a:cubicBezTo>
                      <a:pt x="280670" y="929640"/>
                      <a:pt x="135890" y="849630"/>
                      <a:pt x="76200" y="808990"/>
                    </a:cubicBezTo>
                    <a:cubicBezTo>
                      <a:pt x="45720" y="789940"/>
                      <a:pt x="24130" y="781050"/>
                      <a:pt x="13970" y="762000"/>
                    </a:cubicBezTo>
                    <a:cubicBezTo>
                      <a:pt x="3810" y="744220"/>
                      <a:pt x="1270" y="718820"/>
                      <a:pt x="6350" y="702310"/>
                    </a:cubicBezTo>
                    <a:cubicBezTo>
                      <a:pt x="10160" y="689610"/>
                      <a:pt x="20320" y="678180"/>
                      <a:pt x="31750" y="670560"/>
                    </a:cubicBezTo>
                    <a:cubicBezTo>
                      <a:pt x="43180" y="664210"/>
                      <a:pt x="57150" y="659130"/>
                      <a:pt x="71120" y="661670"/>
                    </a:cubicBezTo>
                    <a:cubicBezTo>
                      <a:pt x="87630" y="664210"/>
                      <a:pt x="111760" y="680720"/>
                      <a:pt x="120650" y="693420"/>
                    </a:cubicBezTo>
                    <a:cubicBezTo>
                      <a:pt x="128270" y="704850"/>
                      <a:pt x="130810" y="720090"/>
                      <a:pt x="128270" y="734060"/>
                    </a:cubicBezTo>
                    <a:cubicBezTo>
                      <a:pt x="124460" y="750570"/>
                      <a:pt x="107950" y="773430"/>
                      <a:pt x="92710" y="782320"/>
                    </a:cubicBezTo>
                    <a:cubicBezTo>
                      <a:pt x="81280" y="788670"/>
                      <a:pt x="66040" y="789940"/>
                      <a:pt x="53340" y="787400"/>
                    </a:cubicBezTo>
                    <a:cubicBezTo>
                      <a:pt x="40640" y="784860"/>
                      <a:pt x="25400" y="777240"/>
                      <a:pt x="17780" y="767080"/>
                    </a:cubicBezTo>
                    <a:cubicBezTo>
                      <a:pt x="7620" y="753110"/>
                      <a:pt x="0" y="726440"/>
                      <a:pt x="3810" y="708660"/>
                    </a:cubicBezTo>
                    <a:cubicBezTo>
                      <a:pt x="8890" y="692150"/>
                      <a:pt x="29210" y="671830"/>
                      <a:pt x="44450" y="665480"/>
                    </a:cubicBezTo>
                    <a:cubicBezTo>
                      <a:pt x="55880" y="659130"/>
                      <a:pt x="64770" y="659130"/>
                      <a:pt x="85090" y="664210"/>
                    </a:cubicBezTo>
                    <a:cubicBezTo>
                      <a:pt x="156210" y="681990"/>
                      <a:pt x="425450" y="878840"/>
                      <a:pt x="539750" y="914400"/>
                    </a:cubicBezTo>
                    <a:cubicBezTo>
                      <a:pt x="604520" y="934720"/>
                      <a:pt x="645160" y="933450"/>
                      <a:pt x="698500" y="932180"/>
                    </a:cubicBezTo>
                    <a:cubicBezTo>
                      <a:pt x="751840" y="930910"/>
                      <a:pt x="819150" y="935990"/>
                      <a:pt x="861060" y="909320"/>
                    </a:cubicBezTo>
                    <a:cubicBezTo>
                      <a:pt x="902970" y="883920"/>
                      <a:pt x="929640" y="825500"/>
                      <a:pt x="949960" y="777240"/>
                    </a:cubicBezTo>
                    <a:cubicBezTo>
                      <a:pt x="971550" y="727710"/>
                      <a:pt x="986790" y="660400"/>
                      <a:pt x="986790" y="618490"/>
                    </a:cubicBezTo>
                    <a:cubicBezTo>
                      <a:pt x="986790" y="590550"/>
                      <a:pt x="981710" y="575310"/>
                      <a:pt x="970280" y="549910"/>
                    </a:cubicBezTo>
                    <a:cubicBezTo>
                      <a:pt x="953770" y="509270"/>
                      <a:pt x="923290" y="438150"/>
                      <a:pt x="881380" y="407670"/>
                    </a:cubicBezTo>
                    <a:cubicBezTo>
                      <a:pt x="839470" y="378460"/>
                      <a:pt x="783590" y="374650"/>
                      <a:pt x="721360" y="369570"/>
                    </a:cubicBezTo>
                    <a:cubicBezTo>
                      <a:pt x="636270" y="360680"/>
                      <a:pt x="488950" y="367030"/>
                      <a:pt x="420370" y="382270"/>
                    </a:cubicBezTo>
                    <a:cubicBezTo>
                      <a:pt x="383540" y="391160"/>
                      <a:pt x="364490" y="416560"/>
                      <a:pt x="339090" y="417830"/>
                    </a:cubicBezTo>
                    <a:cubicBezTo>
                      <a:pt x="317500" y="417830"/>
                      <a:pt x="292100" y="410210"/>
                      <a:pt x="276860" y="394970"/>
                    </a:cubicBezTo>
                    <a:cubicBezTo>
                      <a:pt x="259080" y="375920"/>
                      <a:pt x="242570" y="340360"/>
                      <a:pt x="247650" y="302260"/>
                    </a:cubicBezTo>
                    <a:cubicBezTo>
                      <a:pt x="257810" y="233680"/>
                      <a:pt x="392430" y="68580"/>
                      <a:pt x="434340" y="27940"/>
                    </a:cubicBezTo>
                    <a:cubicBezTo>
                      <a:pt x="449580" y="12700"/>
                      <a:pt x="457200" y="5080"/>
                      <a:pt x="471170" y="2540"/>
                    </a:cubicBezTo>
                    <a:cubicBezTo>
                      <a:pt x="487680" y="0"/>
                      <a:pt x="515620" y="7620"/>
                      <a:pt x="528320" y="19050"/>
                    </a:cubicBezTo>
                    <a:cubicBezTo>
                      <a:pt x="539750" y="27940"/>
                      <a:pt x="547370" y="44450"/>
                      <a:pt x="548640" y="58420"/>
                    </a:cubicBezTo>
                    <a:cubicBezTo>
                      <a:pt x="549910" y="72390"/>
                      <a:pt x="537210" y="102870"/>
                      <a:pt x="537210" y="10287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573986" y="22137"/>
              <a:ext cx="1250753" cy="458557"/>
              <a:chOff x="0" y="0"/>
              <a:chExt cx="1004570" cy="3683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46990" y="50800"/>
                <a:ext cx="909320" cy="269240"/>
              </a:xfrm>
              <a:custGeom>
                <a:avLst/>
                <a:gdLst/>
                <a:ahLst/>
                <a:cxnLst/>
                <a:rect r="r" b="b" t="t" l="l"/>
                <a:pathLst>
                  <a:path h="269240" w="909320">
                    <a:moveTo>
                      <a:pt x="69850" y="0"/>
                    </a:moveTo>
                    <a:cubicBezTo>
                      <a:pt x="472440" y="43180"/>
                      <a:pt x="638810" y="67310"/>
                      <a:pt x="732790" y="92710"/>
                    </a:cubicBezTo>
                    <a:cubicBezTo>
                      <a:pt x="789940" y="107950"/>
                      <a:pt x="840740" y="127000"/>
                      <a:pt x="868680" y="143510"/>
                    </a:cubicBezTo>
                    <a:cubicBezTo>
                      <a:pt x="883920" y="152400"/>
                      <a:pt x="894080" y="157480"/>
                      <a:pt x="899160" y="170180"/>
                    </a:cubicBezTo>
                    <a:cubicBezTo>
                      <a:pt x="906780" y="185420"/>
                      <a:pt x="908050" y="213360"/>
                      <a:pt x="902970" y="229870"/>
                    </a:cubicBezTo>
                    <a:cubicBezTo>
                      <a:pt x="897890" y="242570"/>
                      <a:pt x="886460" y="252730"/>
                      <a:pt x="875030" y="259080"/>
                    </a:cubicBezTo>
                    <a:cubicBezTo>
                      <a:pt x="863600" y="265430"/>
                      <a:pt x="848360" y="269240"/>
                      <a:pt x="835660" y="265430"/>
                    </a:cubicBezTo>
                    <a:cubicBezTo>
                      <a:pt x="819150" y="261620"/>
                      <a:pt x="795020" y="245110"/>
                      <a:pt x="787400" y="229870"/>
                    </a:cubicBezTo>
                    <a:cubicBezTo>
                      <a:pt x="779780" y="213360"/>
                      <a:pt x="782320" y="185420"/>
                      <a:pt x="791210" y="170180"/>
                    </a:cubicBezTo>
                    <a:cubicBezTo>
                      <a:pt x="800100" y="154940"/>
                      <a:pt x="824230" y="139700"/>
                      <a:pt x="842010" y="139700"/>
                    </a:cubicBezTo>
                    <a:cubicBezTo>
                      <a:pt x="859790" y="138430"/>
                      <a:pt x="885190" y="149860"/>
                      <a:pt x="895350" y="163830"/>
                    </a:cubicBezTo>
                    <a:cubicBezTo>
                      <a:pt x="906780" y="177800"/>
                      <a:pt x="909320" y="207010"/>
                      <a:pt x="905510" y="223520"/>
                    </a:cubicBezTo>
                    <a:cubicBezTo>
                      <a:pt x="901700" y="236220"/>
                      <a:pt x="891540" y="247650"/>
                      <a:pt x="881380" y="255270"/>
                    </a:cubicBezTo>
                    <a:cubicBezTo>
                      <a:pt x="869950" y="262890"/>
                      <a:pt x="858520" y="266700"/>
                      <a:pt x="842010" y="266700"/>
                    </a:cubicBezTo>
                    <a:cubicBezTo>
                      <a:pt x="812800" y="264160"/>
                      <a:pt x="772160" y="232410"/>
                      <a:pt x="718820" y="218440"/>
                    </a:cubicBezTo>
                    <a:cubicBezTo>
                      <a:pt x="628650" y="193040"/>
                      <a:pt x="458470" y="170180"/>
                      <a:pt x="339090" y="153670"/>
                    </a:cubicBezTo>
                    <a:cubicBezTo>
                      <a:pt x="236220" y="139700"/>
                      <a:pt x="95250" y="143510"/>
                      <a:pt x="45720" y="123190"/>
                    </a:cubicBezTo>
                    <a:cubicBezTo>
                      <a:pt x="26670" y="115570"/>
                      <a:pt x="17780" y="106680"/>
                      <a:pt x="10160" y="95250"/>
                    </a:cubicBezTo>
                    <a:cubicBezTo>
                      <a:pt x="3810" y="82550"/>
                      <a:pt x="0" y="63500"/>
                      <a:pt x="3810" y="50800"/>
                    </a:cubicBezTo>
                    <a:cubicBezTo>
                      <a:pt x="6350" y="36830"/>
                      <a:pt x="16510" y="20320"/>
                      <a:pt x="26670" y="12700"/>
                    </a:cubicBezTo>
                    <a:cubicBezTo>
                      <a:pt x="38100" y="3810"/>
                      <a:pt x="69850" y="0"/>
                      <a:pt x="6985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59" id="59"/>
            <p:cNvGrpSpPr/>
            <p:nvPr/>
          </p:nvGrpSpPr>
          <p:grpSpPr>
            <a:xfrm rot="0">
              <a:off x="2065086" y="923438"/>
              <a:ext cx="474369" cy="466463"/>
              <a:chOff x="0" y="0"/>
              <a:chExt cx="381000" cy="37465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50800" y="49530"/>
                <a:ext cx="290830" cy="276860"/>
              </a:xfrm>
              <a:custGeom>
                <a:avLst/>
                <a:gdLst/>
                <a:ahLst/>
                <a:cxnLst/>
                <a:rect r="r" b="b" t="t" l="l"/>
                <a:pathLst>
                  <a:path h="276860" w="290830">
                    <a:moveTo>
                      <a:pt x="0" y="120650"/>
                    </a:moveTo>
                    <a:cubicBezTo>
                      <a:pt x="3810" y="100330"/>
                      <a:pt x="5080" y="95250"/>
                      <a:pt x="7620" y="90170"/>
                    </a:cubicBezTo>
                    <a:cubicBezTo>
                      <a:pt x="10160" y="86360"/>
                      <a:pt x="12700" y="81280"/>
                      <a:pt x="16510" y="77470"/>
                    </a:cubicBezTo>
                    <a:cubicBezTo>
                      <a:pt x="19050" y="73660"/>
                      <a:pt x="22860" y="71120"/>
                      <a:pt x="27940" y="67310"/>
                    </a:cubicBezTo>
                    <a:cubicBezTo>
                      <a:pt x="31750" y="64770"/>
                      <a:pt x="36830" y="62230"/>
                      <a:pt x="40640" y="60960"/>
                    </a:cubicBezTo>
                    <a:cubicBezTo>
                      <a:pt x="45720" y="58420"/>
                      <a:pt x="50800" y="57150"/>
                      <a:pt x="55880" y="57150"/>
                    </a:cubicBezTo>
                    <a:cubicBezTo>
                      <a:pt x="59690" y="55880"/>
                      <a:pt x="64770" y="59690"/>
                      <a:pt x="68580" y="57150"/>
                    </a:cubicBezTo>
                    <a:cubicBezTo>
                      <a:pt x="76200" y="52070"/>
                      <a:pt x="77470" y="21590"/>
                      <a:pt x="91440" y="11430"/>
                    </a:cubicBezTo>
                    <a:cubicBezTo>
                      <a:pt x="106680" y="0"/>
                      <a:pt x="140970" y="1270"/>
                      <a:pt x="165100" y="1270"/>
                    </a:cubicBezTo>
                    <a:cubicBezTo>
                      <a:pt x="187960" y="2540"/>
                      <a:pt x="213360" y="6350"/>
                      <a:pt x="233680" y="16510"/>
                    </a:cubicBezTo>
                    <a:cubicBezTo>
                      <a:pt x="251460" y="25400"/>
                      <a:pt x="271780" y="39370"/>
                      <a:pt x="279400" y="60960"/>
                    </a:cubicBezTo>
                    <a:cubicBezTo>
                      <a:pt x="290830" y="91440"/>
                      <a:pt x="281940" y="158750"/>
                      <a:pt x="269240" y="190500"/>
                    </a:cubicBezTo>
                    <a:cubicBezTo>
                      <a:pt x="259080" y="214630"/>
                      <a:pt x="242570" y="229870"/>
                      <a:pt x="224790" y="243840"/>
                    </a:cubicBezTo>
                    <a:cubicBezTo>
                      <a:pt x="208280" y="257810"/>
                      <a:pt x="189230" y="271780"/>
                      <a:pt x="166370" y="274320"/>
                    </a:cubicBezTo>
                    <a:cubicBezTo>
                      <a:pt x="135890" y="276860"/>
                      <a:pt x="82550" y="257810"/>
                      <a:pt x="57150" y="240030"/>
                    </a:cubicBezTo>
                    <a:cubicBezTo>
                      <a:pt x="36830" y="226060"/>
                      <a:pt x="24130" y="203200"/>
                      <a:pt x="15240" y="184150"/>
                    </a:cubicBezTo>
                    <a:cubicBezTo>
                      <a:pt x="7620" y="168910"/>
                      <a:pt x="5080" y="147320"/>
                      <a:pt x="2540" y="135890"/>
                    </a:cubicBezTo>
                    <a:cubicBezTo>
                      <a:pt x="1270" y="129540"/>
                      <a:pt x="0" y="120650"/>
                      <a:pt x="0" y="12065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1" id="61"/>
            <p:cNvGrpSpPr/>
            <p:nvPr/>
          </p:nvGrpSpPr>
          <p:grpSpPr>
            <a:xfrm rot="0">
              <a:off x="3439174" y="0"/>
              <a:ext cx="1231778" cy="1549605"/>
              <a:chOff x="0" y="0"/>
              <a:chExt cx="989330" cy="12446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45720" y="46990"/>
                <a:ext cx="896620" cy="1155700"/>
              </a:xfrm>
              <a:custGeom>
                <a:avLst/>
                <a:gdLst/>
                <a:ahLst/>
                <a:cxnLst/>
                <a:rect r="r" b="b" t="t" l="l"/>
                <a:pathLst>
                  <a:path h="1155700" w="896620">
                    <a:moveTo>
                      <a:pt x="601980" y="125730"/>
                    </a:moveTo>
                    <a:cubicBezTo>
                      <a:pt x="391160" y="218440"/>
                      <a:pt x="344170" y="256540"/>
                      <a:pt x="304800" y="300990"/>
                    </a:cubicBezTo>
                    <a:cubicBezTo>
                      <a:pt x="264160" y="346710"/>
                      <a:pt x="228600" y="401320"/>
                      <a:pt x="200660" y="458470"/>
                    </a:cubicBezTo>
                    <a:cubicBezTo>
                      <a:pt x="171450" y="518160"/>
                      <a:pt x="142240" y="595630"/>
                      <a:pt x="133350" y="650240"/>
                    </a:cubicBezTo>
                    <a:cubicBezTo>
                      <a:pt x="125730" y="689610"/>
                      <a:pt x="127000" y="721360"/>
                      <a:pt x="132080" y="754380"/>
                    </a:cubicBezTo>
                    <a:cubicBezTo>
                      <a:pt x="137160" y="786130"/>
                      <a:pt x="148590" y="817880"/>
                      <a:pt x="161290" y="844550"/>
                    </a:cubicBezTo>
                    <a:cubicBezTo>
                      <a:pt x="172720" y="868680"/>
                      <a:pt x="185420" y="891540"/>
                      <a:pt x="203200" y="910590"/>
                    </a:cubicBezTo>
                    <a:cubicBezTo>
                      <a:pt x="220980" y="930910"/>
                      <a:pt x="243840" y="951230"/>
                      <a:pt x="267970" y="965200"/>
                    </a:cubicBezTo>
                    <a:cubicBezTo>
                      <a:pt x="293370" y="979170"/>
                      <a:pt x="313690" y="986790"/>
                      <a:pt x="351790" y="994410"/>
                    </a:cubicBezTo>
                    <a:cubicBezTo>
                      <a:pt x="426720" y="1010920"/>
                      <a:pt x="618490" y="1024890"/>
                      <a:pt x="689610" y="1018540"/>
                    </a:cubicBezTo>
                    <a:cubicBezTo>
                      <a:pt x="725170" y="1014730"/>
                      <a:pt x="753110" y="1014730"/>
                      <a:pt x="765810" y="998220"/>
                    </a:cubicBezTo>
                    <a:cubicBezTo>
                      <a:pt x="779780" y="980440"/>
                      <a:pt x="775970" y="938530"/>
                      <a:pt x="767080" y="911860"/>
                    </a:cubicBezTo>
                    <a:cubicBezTo>
                      <a:pt x="758190" y="883920"/>
                      <a:pt x="736600" y="853440"/>
                      <a:pt x="709930" y="834390"/>
                    </a:cubicBezTo>
                    <a:cubicBezTo>
                      <a:pt x="678180" y="812800"/>
                      <a:pt x="628650" y="792480"/>
                      <a:pt x="585470" y="797560"/>
                    </a:cubicBezTo>
                    <a:cubicBezTo>
                      <a:pt x="533400" y="803910"/>
                      <a:pt x="459740" y="866140"/>
                      <a:pt x="422910" y="895350"/>
                    </a:cubicBezTo>
                    <a:cubicBezTo>
                      <a:pt x="400050" y="913130"/>
                      <a:pt x="386080" y="925830"/>
                      <a:pt x="374650" y="943610"/>
                    </a:cubicBezTo>
                    <a:cubicBezTo>
                      <a:pt x="363220" y="961390"/>
                      <a:pt x="364490" y="990600"/>
                      <a:pt x="354330" y="1004570"/>
                    </a:cubicBezTo>
                    <a:cubicBezTo>
                      <a:pt x="345440" y="1014730"/>
                      <a:pt x="332740" y="1022350"/>
                      <a:pt x="320040" y="1026160"/>
                    </a:cubicBezTo>
                    <a:cubicBezTo>
                      <a:pt x="307340" y="1028700"/>
                      <a:pt x="290830" y="1027430"/>
                      <a:pt x="279400" y="1022350"/>
                    </a:cubicBezTo>
                    <a:cubicBezTo>
                      <a:pt x="267970" y="1017270"/>
                      <a:pt x="255270" y="1005840"/>
                      <a:pt x="248920" y="995680"/>
                    </a:cubicBezTo>
                    <a:cubicBezTo>
                      <a:pt x="242570" y="984250"/>
                      <a:pt x="240030" y="967740"/>
                      <a:pt x="242570" y="955040"/>
                    </a:cubicBezTo>
                    <a:cubicBezTo>
                      <a:pt x="243840" y="942340"/>
                      <a:pt x="250190" y="928370"/>
                      <a:pt x="260350" y="919480"/>
                    </a:cubicBezTo>
                    <a:cubicBezTo>
                      <a:pt x="273050" y="908050"/>
                      <a:pt x="299720" y="897890"/>
                      <a:pt x="317500" y="901700"/>
                    </a:cubicBezTo>
                    <a:cubicBezTo>
                      <a:pt x="334010" y="905510"/>
                      <a:pt x="356870" y="923290"/>
                      <a:pt x="363220" y="939800"/>
                    </a:cubicBezTo>
                    <a:cubicBezTo>
                      <a:pt x="369570" y="955040"/>
                      <a:pt x="368300" y="984250"/>
                      <a:pt x="358140" y="998220"/>
                    </a:cubicBezTo>
                    <a:cubicBezTo>
                      <a:pt x="349250" y="1013460"/>
                      <a:pt x="322580" y="1026160"/>
                      <a:pt x="306070" y="1027430"/>
                    </a:cubicBezTo>
                    <a:cubicBezTo>
                      <a:pt x="292100" y="1028700"/>
                      <a:pt x="278130" y="1023620"/>
                      <a:pt x="267970" y="1016000"/>
                    </a:cubicBezTo>
                    <a:cubicBezTo>
                      <a:pt x="256540" y="1008380"/>
                      <a:pt x="247650" y="994410"/>
                      <a:pt x="243840" y="982980"/>
                    </a:cubicBezTo>
                    <a:cubicBezTo>
                      <a:pt x="240030" y="970280"/>
                      <a:pt x="241300" y="957580"/>
                      <a:pt x="245110" y="942340"/>
                    </a:cubicBezTo>
                    <a:cubicBezTo>
                      <a:pt x="250190" y="918210"/>
                      <a:pt x="265430" y="882650"/>
                      <a:pt x="281940" y="858520"/>
                    </a:cubicBezTo>
                    <a:cubicBezTo>
                      <a:pt x="300990" y="831850"/>
                      <a:pt x="326390" y="810260"/>
                      <a:pt x="351790" y="789940"/>
                    </a:cubicBezTo>
                    <a:cubicBezTo>
                      <a:pt x="379730" y="767080"/>
                      <a:pt x="410210" y="746760"/>
                      <a:pt x="447040" y="728980"/>
                    </a:cubicBezTo>
                    <a:cubicBezTo>
                      <a:pt x="490220" y="707390"/>
                      <a:pt x="548640" y="678180"/>
                      <a:pt x="595630" y="674370"/>
                    </a:cubicBezTo>
                    <a:cubicBezTo>
                      <a:pt x="635000" y="670560"/>
                      <a:pt x="671830" y="681990"/>
                      <a:pt x="706120" y="694690"/>
                    </a:cubicBezTo>
                    <a:cubicBezTo>
                      <a:pt x="737870" y="704850"/>
                      <a:pt x="767080" y="720090"/>
                      <a:pt x="793750" y="740410"/>
                    </a:cubicBezTo>
                    <a:cubicBezTo>
                      <a:pt x="822960" y="763270"/>
                      <a:pt x="857250" y="796290"/>
                      <a:pt x="873760" y="825500"/>
                    </a:cubicBezTo>
                    <a:cubicBezTo>
                      <a:pt x="886460" y="848360"/>
                      <a:pt x="890270" y="867410"/>
                      <a:pt x="892810" y="895350"/>
                    </a:cubicBezTo>
                    <a:cubicBezTo>
                      <a:pt x="896620" y="932180"/>
                      <a:pt x="895350" y="991870"/>
                      <a:pt x="883920" y="1028700"/>
                    </a:cubicBezTo>
                    <a:cubicBezTo>
                      <a:pt x="873760" y="1057910"/>
                      <a:pt x="862330" y="1082040"/>
                      <a:pt x="838200" y="1099820"/>
                    </a:cubicBezTo>
                    <a:cubicBezTo>
                      <a:pt x="803910" y="1125220"/>
                      <a:pt x="749300" y="1139190"/>
                      <a:pt x="685800" y="1145540"/>
                    </a:cubicBezTo>
                    <a:cubicBezTo>
                      <a:pt x="589280" y="1155700"/>
                      <a:pt x="396240" y="1135380"/>
                      <a:pt x="306070" y="1112520"/>
                    </a:cubicBezTo>
                    <a:cubicBezTo>
                      <a:pt x="254000" y="1099820"/>
                      <a:pt x="222250" y="1084580"/>
                      <a:pt x="186690" y="1061720"/>
                    </a:cubicBezTo>
                    <a:cubicBezTo>
                      <a:pt x="151130" y="1038860"/>
                      <a:pt x="119380" y="1008380"/>
                      <a:pt x="95250" y="976630"/>
                    </a:cubicBezTo>
                    <a:cubicBezTo>
                      <a:pt x="72390" y="947420"/>
                      <a:pt x="54610" y="916940"/>
                      <a:pt x="40640" y="881380"/>
                    </a:cubicBezTo>
                    <a:cubicBezTo>
                      <a:pt x="24130" y="842010"/>
                      <a:pt x="10160" y="796290"/>
                      <a:pt x="5080" y="751840"/>
                    </a:cubicBezTo>
                    <a:cubicBezTo>
                      <a:pt x="0" y="704850"/>
                      <a:pt x="2540" y="659130"/>
                      <a:pt x="13970" y="607060"/>
                    </a:cubicBezTo>
                    <a:cubicBezTo>
                      <a:pt x="27940" y="541020"/>
                      <a:pt x="60960" y="454660"/>
                      <a:pt x="95250" y="387350"/>
                    </a:cubicBezTo>
                    <a:cubicBezTo>
                      <a:pt x="129540" y="321310"/>
                      <a:pt x="170180" y="259080"/>
                      <a:pt x="219710" y="207010"/>
                    </a:cubicBezTo>
                    <a:cubicBezTo>
                      <a:pt x="266700" y="154940"/>
                      <a:pt x="325120" y="109220"/>
                      <a:pt x="384810" y="74930"/>
                    </a:cubicBezTo>
                    <a:cubicBezTo>
                      <a:pt x="441960" y="41910"/>
                      <a:pt x="527050" y="8890"/>
                      <a:pt x="567690" y="3810"/>
                    </a:cubicBezTo>
                    <a:cubicBezTo>
                      <a:pt x="586740" y="0"/>
                      <a:pt x="599440" y="1270"/>
                      <a:pt x="612140" y="7620"/>
                    </a:cubicBezTo>
                    <a:cubicBezTo>
                      <a:pt x="624840" y="12700"/>
                      <a:pt x="638810" y="25400"/>
                      <a:pt x="643890" y="39370"/>
                    </a:cubicBezTo>
                    <a:cubicBezTo>
                      <a:pt x="648970" y="55880"/>
                      <a:pt x="646430" y="83820"/>
                      <a:pt x="638810" y="99060"/>
                    </a:cubicBezTo>
                    <a:cubicBezTo>
                      <a:pt x="631190" y="111760"/>
                      <a:pt x="601980" y="125730"/>
                      <a:pt x="601980" y="1257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0" y="1788371"/>
              <a:ext cx="5039379" cy="284621"/>
              <a:chOff x="0" y="0"/>
              <a:chExt cx="4047490" cy="22860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49530" y="49530"/>
                <a:ext cx="3948430" cy="194310"/>
              </a:xfrm>
              <a:custGeom>
                <a:avLst/>
                <a:gdLst/>
                <a:ahLst/>
                <a:cxnLst/>
                <a:rect r="r" b="b" t="t" l="l"/>
                <a:pathLst>
                  <a:path h="194310" w="3948430">
                    <a:moveTo>
                      <a:pt x="64770" y="1270"/>
                    </a:moveTo>
                    <a:cubicBezTo>
                      <a:pt x="3906520" y="5080"/>
                      <a:pt x="3911600" y="5080"/>
                      <a:pt x="3921760" y="13970"/>
                    </a:cubicBezTo>
                    <a:cubicBezTo>
                      <a:pt x="3933190" y="25400"/>
                      <a:pt x="3947160" y="50800"/>
                      <a:pt x="3945890" y="68580"/>
                    </a:cubicBezTo>
                    <a:cubicBezTo>
                      <a:pt x="3945890" y="86360"/>
                      <a:pt x="3929380" y="110490"/>
                      <a:pt x="3915410" y="119380"/>
                    </a:cubicBezTo>
                    <a:cubicBezTo>
                      <a:pt x="3905250" y="127000"/>
                      <a:pt x="3888740" y="129540"/>
                      <a:pt x="3876040" y="128270"/>
                    </a:cubicBezTo>
                    <a:cubicBezTo>
                      <a:pt x="3863340" y="127000"/>
                      <a:pt x="3848100" y="119380"/>
                      <a:pt x="3839210" y="111760"/>
                    </a:cubicBezTo>
                    <a:cubicBezTo>
                      <a:pt x="3830320" y="102870"/>
                      <a:pt x="3821430" y="88900"/>
                      <a:pt x="3820160" y="74930"/>
                    </a:cubicBezTo>
                    <a:cubicBezTo>
                      <a:pt x="3818890" y="58420"/>
                      <a:pt x="3827780" y="31750"/>
                      <a:pt x="3839210" y="19050"/>
                    </a:cubicBezTo>
                    <a:cubicBezTo>
                      <a:pt x="3848100" y="8890"/>
                      <a:pt x="3863340" y="3810"/>
                      <a:pt x="3876040" y="2540"/>
                    </a:cubicBezTo>
                    <a:cubicBezTo>
                      <a:pt x="3888740" y="0"/>
                      <a:pt x="3905250" y="2540"/>
                      <a:pt x="3915410" y="10160"/>
                    </a:cubicBezTo>
                    <a:cubicBezTo>
                      <a:pt x="3929380" y="20320"/>
                      <a:pt x="3944620" y="45720"/>
                      <a:pt x="3945890" y="62230"/>
                    </a:cubicBezTo>
                    <a:cubicBezTo>
                      <a:pt x="3948430" y="74930"/>
                      <a:pt x="3944620" y="90170"/>
                      <a:pt x="3935730" y="100330"/>
                    </a:cubicBezTo>
                    <a:cubicBezTo>
                      <a:pt x="3925570" y="113030"/>
                      <a:pt x="3916680" y="120650"/>
                      <a:pt x="3883660" y="128270"/>
                    </a:cubicBezTo>
                    <a:cubicBezTo>
                      <a:pt x="3616960" y="194310"/>
                      <a:pt x="306070" y="172720"/>
                      <a:pt x="64770" y="128270"/>
                    </a:cubicBezTo>
                    <a:cubicBezTo>
                      <a:pt x="38100" y="123190"/>
                      <a:pt x="33020" y="123190"/>
                      <a:pt x="21590" y="113030"/>
                    </a:cubicBezTo>
                    <a:cubicBezTo>
                      <a:pt x="10160" y="100330"/>
                      <a:pt x="0" y="73660"/>
                      <a:pt x="1270" y="57150"/>
                    </a:cubicBezTo>
                    <a:cubicBezTo>
                      <a:pt x="2540" y="43180"/>
                      <a:pt x="11430" y="26670"/>
                      <a:pt x="21590" y="17780"/>
                    </a:cubicBezTo>
                    <a:cubicBezTo>
                      <a:pt x="33020" y="8890"/>
                      <a:pt x="64770" y="1270"/>
                      <a:pt x="64770" y="127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5" id="65"/>
            <p:cNvGrpSpPr/>
            <p:nvPr/>
          </p:nvGrpSpPr>
          <p:grpSpPr>
            <a:xfrm rot="0">
              <a:off x="1649222" y="2422444"/>
              <a:ext cx="1472125" cy="1517980"/>
              <a:chOff x="0" y="0"/>
              <a:chExt cx="1182370" cy="12192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49530" y="43180"/>
                <a:ext cx="1085850" cy="1137920"/>
              </a:xfrm>
              <a:custGeom>
                <a:avLst/>
                <a:gdLst/>
                <a:ahLst/>
                <a:cxnLst/>
                <a:rect r="r" b="b" t="t" l="l"/>
                <a:pathLst>
                  <a:path h="1137920" w="1085850">
                    <a:moveTo>
                      <a:pt x="579120" y="464820"/>
                    </a:moveTo>
                    <a:cubicBezTo>
                      <a:pt x="478790" y="455930"/>
                      <a:pt x="457200" y="447040"/>
                      <a:pt x="440690" y="427990"/>
                    </a:cubicBezTo>
                    <a:cubicBezTo>
                      <a:pt x="420370" y="403860"/>
                      <a:pt x="403860" y="356870"/>
                      <a:pt x="400050" y="321310"/>
                    </a:cubicBezTo>
                    <a:cubicBezTo>
                      <a:pt x="396240" y="288290"/>
                      <a:pt x="401320" y="252730"/>
                      <a:pt x="411480" y="222250"/>
                    </a:cubicBezTo>
                    <a:cubicBezTo>
                      <a:pt x="420370" y="193040"/>
                      <a:pt x="436880" y="165100"/>
                      <a:pt x="455930" y="140970"/>
                    </a:cubicBezTo>
                    <a:cubicBezTo>
                      <a:pt x="473710" y="118110"/>
                      <a:pt x="496570" y="100330"/>
                      <a:pt x="521970" y="82550"/>
                    </a:cubicBezTo>
                    <a:cubicBezTo>
                      <a:pt x="548640" y="64770"/>
                      <a:pt x="576580" y="46990"/>
                      <a:pt x="612140" y="35560"/>
                    </a:cubicBezTo>
                    <a:cubicBezTo>
                      <a:pt x="657860" y="20320"/>
                      <a:pt x="730250" y="0"/>
                      <a:pt x="775970" y="7620"/>
                    </a:cubicBezTo>
                    <a:cubicBezTo>
                      <a:pt x="812800" y="12700"/>
                      <a:pt x="838200" y="36830"/>
                      <a:pt x="869950" y="58420"/>
                    </a:cubicBezTo>
                    <a:cubicBezTo>
                      <a:pt x="906780" y="82550"/>
                      <a:pt x="953770" y="119380"/>
                      <a:pt x="981710" y="147320"/>
                    </a:cubicBezTo>
                    <a:cubicBezTo>
                      <a:pt x="1000760" y="167640"/>
                      <a:pt x="1012190" y="182880"/>
                      <a:pt x="1022350" y="207010"/>
                    </a:cubicBezTo>
                    <a:cubicBezTo>
                      <a:pt x="1036320" y="234950"/>
                      <a:pt x="1045210" y="276860"/>
                      <a:pt x="1049020" y="309880"/>
                    </a:cubicBezTo>
                    <a:cubicBezTo>
                      <a:pt x="1051560" y="340360"/>
                      <a:pt x="1051560" y="369570"/>
                      <a:pt x="1045210" y="397510"/>
                    </a:cubicBezTo>
                    <a:cubicBezTo>
                      <a:pt x="1036320" y="427990"/>
                      <a:pt x="1021080" y="454660"/>
                      <a:pt x="1000760" y="486410"/>
                    </a:cubicBezTo>
                    <a:cubicBezTo>
                      <a:pt x="972820" y="528320"/>
                      <a:pt x="934720" y="577850"/>
                      <a:pt x="886460" y="619760"/>
                    </a:cubicBezTo>
                    <a:cubicBezTo>
                      <a:pt x="829310" y="671830"/>
                      <a:pt x="754380" y="723900"/>
                      <a:pt x="671830" y="768350"/>
                    </a:cubicBezTo>
                    <a:cubicBezTo>
                      <a:pt x="574040" y="820420"/>
                      <a:pt x="424180" y="858520"/>
                      <a:pt x="330200" y="904240"/>
                    </a:cubicBezTo>
                    <a:cubicBezTo>
                      <a:pt x="260350" y="938530"/>
                      <a:pt x="205740" y="989330"/>
                      <a:pt x="153670" y="1008380"/>
                    </a:cubicBezTo>
                    <a:cubicBezTo>
                      <a:pt x="116840" y="1022350"/>
                      <a:pt x="81280" y="1033780"/>
                      <a:pt x="54610" y="1028700"/>
                    </a:cubicBezTo>
                    <a:cubicBezTo>
                      <a:pt x="34290" y="1023620"/>
                      <a:pt x="15240" y="1005840"/>
                      <a:pt x="7620" y="991870"/>
                    </a:cubicBezTo>
                    <a:cubicBezTo>
                      <a:pt x="1270" y="982980"/>
                      <a:pt x="1270" y="972820"/>
                      <a:pt x="1270" y="962660"/>
                    </a:cubicBezTo>
                    <a:cubicBezTo>
                      <a:pt x="2540" y="949960"/>
                      <a:pt x="8890" y="935990"/>
                      <a:pt x="19050" y="920750"/>
                    </a:cubicBezTo>
                    <a:cubicBezTo>
                      <a:pt x="35560" y="899160"/>
                      <a:pt x="72390" y="863600"/>
                      <a:pt x="100330" y="847090"/>
                    </a:cubicBezTo>
                    <a:cubicBezTo>
                      <a:pt x="123190" y="834390"/>
                      <a:pt x="143510" y="828040"/>
                      <a:pt x="170180" y="826770"/>
                    </a:cubicBezTo>
                    <a:cubicBezTo>
                      <a:pt x="204470" y="825500"/>
                      <a:pt x="251460" y="830580"/>
                      <a:pt x="289560" y="848360"/>
                    </a:cubicBezTo>
                    <a:cubicBezTo>
                      <a:pt x="334010" y="868680"/>
                      <a:pt x="381000" y="933450"/>
                      <a:pt x="417830" y="955040"/>
                    </a:cubicBezTo>
                    <a:cubicBezTo>
                      <a:pt x="441960" y="969010"/>
                      <a:pt x="457200" y="971550"/>
                      <a:pt x="482600" y="977900"/>
                    </a:cubicBezTo>
                    <a:cubicBezTo>
                      <a:pt x="516890" y="985520"/>
                      <a:pt x="556260" y="990600"/>
                      <a:pt x="608330" y="994410"/>
                    </a:cubicBezTo>
                    <a:cubicBezTo>
                      <a:pt x="689610" y="999490"/>
                      <a:pt x="869950" y="1037590"/>
                      <a:pt x="923290" y="998220"/>
                    </a:cubicBezTo>
                    <a:cubicBezTo>
                      <a:pt x="958850" y="972820"/>
                      <a:pt x="947420" y="896620"/>
                      <a:pt x="963930" y="871220"/>
                    </a:cubicBezTo>
                    <a:cubicBezTo>
                      <a:pt x="972820" y="857250"/>
                      <a:pt x="981710" y="848360"/>
                      <a:pt x="993140" y="843280"/>
                    </a:cubicBezTo>
                    <a:cubicBezTo>
                      <a:pt x="1004570" y="838200"/>
                      <a:pt x="1021080" y="836930"/>
                      <a:pt x="1033780" y="839470"/>
                    </a:cubicBezTo>
                    <a:cubicBezTo>
                      <a:pt x="1046480" y="843280"/>
                      <a:pt x="1060450" y="852170"/>
                      <a:pt x="1068070" y="861060"/>
                    </a:cubicBezTo>
                    <a:cubicBezTo>
                      <a:pt x="1075690" y="871220"/>
                      <a:pt x="1082040" y="886460"/>
                      <a:pt x="1082040" y="899160"/>
                    </a:cubicBezTo>
                    <a:cubicBezTo>
                      <a:pt x="1083310" y="911860"/>
                      <a:pt x="1079500" y="928370"/>
                      <a:pt x="1070610" y="938530"/>
                    </a:cubicBezTo>
                    <a:cubicBezTo>
                      <a:pt x="1060450" y="951230"/>
                      <a:pt x="1035050" y="965200"/>
                      <a:pt x="1017270" y="965200"/>
                    </a:cubicBezTo>
                    <a:cubicBezTo>
                      <a:pt x="1000760" y="965200"/>
                      <a:pt x="975360" y="951230"/>
                      <a:pt x="965200" y="935990"/>
                    </a:cubicBezTo>
                    <a:cubicBezTo>
                      <a:pt x="956310" y="922020"/>
                      <a:pt x="955040" y="892810"/>
                      <a:pt x="960120" y="877570"/>
                    </a:cubicBezTo>
                    <a:cubicBezTo>
                      <a:pt x="965200" y="864870"/>
                      <a:pt x="976630" y="853440"/>
                      <a:pt x="986790" y="847090"/>
                    </a:cubicBezTo>
                    <a:cubicBezTo>
                      <a:pt x="998220" y="840740"/>
                      <a:pt x="1014730" y="836930"/>
                      <a:pt x="1027430" y="838200"/>
                    </a:cubicBezTo>
                    <a:cubicBezTo>
                      <a:pt x="1040130" y="840740"/>
                      <a:pt x="1054100" y="847090"/>
                      <a:pt x="1062990" y="855980"/>
                    </a:cubicBezTo>
                    <a:cubicBezTo>
                      <a:pt x="1073150" y="864870"/>
                      <a:pt x="1079500" y="876300"/>
                      <a:pt x="1082040" y="892810"/>
                    </a:cubicBezTo>
                    <a:cubicBezTo>
                      <a:pt x="1085850" y="922020"/>
                      <a:pt x="1073150" y="988060"/>
                      <a:pt x="1059180" y="1022350"/>
                    </a:cubicBezTo>
                    <a:cubicBezTo>
                      <a:pt x="1047750" y="1050290"/>
                      <a:pt x="1032510" y="1073150"/>
                      <a:pt x="1010920" y="1090930"/>
                    </a:cubicBezTo>
                    <a:cubicBezTo>
                      <a:pt x="989330" y="1107440"/>
                      <a:pt x="965200" y="1117600"/>
                      <a:pt x="927100" y="1123950"/>
                    </a:cubicBezTo>
                    <a:cubicBezTo>
                      <a:pt x="854710" y="1137920"/>
                      <a:pt x="688340" y="1127760"/>
                      <a:pt x="598170" y="1120140"/>
                    </a:cubicBezTo>
                    <a:cubicBezTo>
                      <a:pt x="533400" y="1115060"/>
                      <a:pt x="481330" y="1108710"/>
                      <a:pt x="434340" y="1094740"/>
                    </a:cubicBezTo>
                    <a:cubicBezTo>
                      <a:pt x="396240" y="1084580"/>
                      <a:pt x="367030" y="1071880"/>
                      <a:pt x="334010" y="1050290"/>
                    </a:cubicBezTo>
                    <a:cubicBezTo>
                      <a:pt x="295910" y="1024890"/>
                      <a:pt x="254000" y="956310"/>
                      <a:pt x="218440" y="947420"/>
                    </a:cubicBezTo>
                    <a:cubicBezTo>
                      <a:pt x="196850" y="941070"/>
                      <a:pt x="176530" y="949960"/>
                      <a:pt x="156210" y="960120"/>
                    </a:cubicBezTo>
                    <a:cubicBezTo>
                      <a:pt x="130810" y="972820"/>
                      <a:pt x="107950" y="1017270"/>
                      <a:pt x="85090" y="1026160"/>
                    </a:cubicBezTo>
                    <a:cubicBezTo>
                      <a:pt x="69850" y="1031240"/>
                      <a:pt x="53340" y="1029970"/>
                      <a:pt x="40640" y="1023620"/>
                    </a:cubicBezTo>
                    <a:cubicBezTo>
                      <a:pt x="26670" y="1018540"/>
                      <a:pt x="13970" y="1004570"/>
                      <a:pt x="7620" y="991870"/>
                    </a:cubicBezTo>
                    <a:cubicBezTo>
                      <a:pt x="1270" y="979170"/>
                      <a:pt x="0" y="961390"/>
                      <a:pt x="3810" y="947420"/>
                    </a:cubicBezTo>
                    <a:cubicBezTo>
                      <a:pt x="7620" y="934720"/>
                      <a:pt x="19050" y="919480"/>
                      <a:pt x="31750" y="911860"/>
                    </a:cubicBezTo>
                    <a:cubicBezTo>
                      <a:pt x="45720" y="902970"/>
                      <a:pt x="62230" y="910590"/>
                      <a:pt x="85090" y="901700"/>
                    </a:cubicBezTo>
                    <a:cubicBezTo>
                      <a:pt x="130810" y="885190"/>
                      <a:pt x="212090" y="819150"/>
                      <a:pt x="280670" y="787400"/>
                    </a:cubicBezTo>
                    <a:cubicBezTo>
                      <a:pt x="353060" y="754380"/>
                      <a:pt x="435610" y="739140"/>
                      <a:pt x="508000" y="707390"/>
                    </a:cubicBezTo>
                    <a:cubicBezTo>
                      <a:pt x="577850" y="675640"/>
                      <a:pt x="656590" y="632460"/>
                      <a:pt x="708660" y="598170"/>
                    </a:cubicBezTo>
                    <a:cubicBezTo>
                      <a:pt x="744220" y="575310"/>
                      <a:pt x="764540" y="562610"/>
                      <a:pt x="793750" y="533400"/>
                    </a:cubicBezTo>
                    <a:cubicBezTo>
                      <a:pt x="833120" y="496570"/>
                      <a:pt x="901700" y="433070"/>
                      <a:pt x="919480" y="384810"/>
                    </a:cubicBezTo>
                    <a:cubicBezTo>
                      <a:pt x="932180" y="347980"/>
                      <a:pt x="927100" y="308610"/>
                      <a:pt x="918210" y="276860"/>
                    </a:cubicBezTo>
                    <a:cubicBezTo>
                      <a:pt x="908050" y="246380"/>
                      <a:pt x="887730" y="219710"/>
                      <a:pt x="863600" y="195580"/>
                    </a:cubicBezTo>
                    <a:cubicBezTo>
                      <a:pt x="838200" y="168910"/>
                      <a:pt x="802640" y="134620"/>
                      <a:pt x="768350" y="128270"/>
                    </a:cubicBezTo>
                    <a:cubicBezTo>
                      <a:pt x="736600" y="120650"/>
                      <a:pt x="702310" y="137160"/>
                      <a:pt x="669290" y="148590"/>
                    </a:cubicBezTo>
                    <a:cubicBezTo>
                      <a:pt x="633730" y="161290"/>
                      <a:pt x="589280" y="182880"/>
                      <a:pt x="565150" y="205740"/>
                    </a:cubicBezTo>
                    <a:cubicBezTo>
                      <a:pt x="544830" y="224790"/>
                      <a:pt x="530860" y="247650"/>
                      <a:pt x="523240" y="271780"/>
                    </a:cubicBezTo>
                    <a:cubicBezTo>
                      <a:pt x="516890" y="293370"/>
                      <a:pt x="506730" y="328930"/>
                      <a:pt x="518160" y="341630"/>
                    </a:cubicBezTo>
                    <a:cubicBezTo>
                      <a:pt x="530860" y="355600"/>
                      <a:pt x="588010" y="334010"/>
                      <a:pt x="608330" y="345440"/>
                    </a:cubicBezTo>
                    <a:cubicBezTo>
                      <a:pt x="626110" y="355600"/>
                      <a:pt x="640080" y="377190"/>
                      <a:pt x="642620" y="393700"/>
                    </a:cubicBezTo>
                    <a:cubicBezTo>
                      <a:pt x="643890" y="411480"/>
                      <a:pt x="632460" y="438150"/>
                      <a:pt x="621030" y="449580"/>
                    </a:cubicBezTo>
                    <a:cubicBezTo>
                      <a:pt x="610870" y="459740"/>
                      <a:pt x="579120" y="464820"/>
                      <a:pt x="579120" y="46482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7" id="67"/>
            <p:cNvGrpSpPr/>
            <p:nvPr/>
          </p:nvGrpSpPr>
          <p:grpSpPr>
            <a:xfrm rot="0">
              <a:off x="5774651" y="1514818"/>
              <a:ext cx="781127" cy="309921"/>
              <a:chOff x="0" y="0"/>
              <a:chExt cx="627380" cy="248920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49530" y="50800"/>
                <a:ext cx="529590" cy="148590"/>
              </a:xfrm>
              <a:custGeom>
                <a:avLst/>
                <a:gdLst/>
                <a:ahLst/>
                <a:cxnLst/>
                <a:rect r="r" b="b" t="t" l="l"/>
                <a:pathLst>
                  <a:path h="148590" w="529590">
                    <a:moveTo>
                      <a:pt x="64770" y="0"/>
                    </a:moveTo>
                    <a:cubicBezTo>
                      <a:pt x="429260" y="5080"/>
                      <a:pt x="457200" y="8890"/>
                      <a:pt x="481330" y="21590"/>
                    </a:cubicBezTo>
                    <a:cubicBezTo>
                      <a:pt x="499110" y="31750"/>
                      <a:pt x="518160" y="46990"/>
                      <a:pt x="524510" y="62230"/>
                    </a:cubicBezTo>
                    <a:cubicBezTo>
                      <a:pt x="529590" y="74930"/>
                      <a:pt x="529590" y="91440"/>
                      <a:pt x="525780" y="102870"/>
                    </a:cubicBezTo>
                    <a:cubicBezTo>
                      <a:pt x="520700" y="115570"/>
                      <a:pt x="511810" y="128270"/>
                      <a:pt x="501650" y="135890"/>
                    </a:cubicBezTo>
                    <a:cubicBezTo>
                      <a:pt x="490220" y="143510"/>
                      <a:pt x="476250" y="148590"/>
                      <a:pt x="462280" y="147320"/>
                    </a:cubicBezTo>
                    <a:cubicBezTo>
                      <a:pt x="445770" y="144780"/>
                      <a:pt x="420370" y="132080"/>
                      <a:pt x="410210" y="116840"/>
                    </a:cubicBezTo>
                    <a:cubicBezTo>
                      <a:pt x="401320" y="101600"/>
                      <a:pt x="400050" y="73660"/>
                      <a:pt x="406400" y="57150"/>
                    </a:cubicBezTo>
                    <a:cubicBezTo>
                      <a:pt x="414020" y="41910"/>
                      <a:pt x="438150" y="25400"/>
                      <a:pt x="453390" y="21590"/>
                    </a:cubicBezTo>
                    <a:cubicBezTo>
                      <a:pt x="466090" y="17780"/>
                      <a:pt x="482600" y="21590"/>
                      <a:pt x="494030" y="26670"/>
                    </a:cubicBezTo>
                    <a:cubicBezTo>
                      <a:pt x="505460" y="33020"/>
                      <a:pt x="516890" y="44450"/>
                      <a:pt x="521970" y="55880"/>
                    </a:cubicBezTo>
                    <a:cubicBezTo>
                      <a:pt x="527050" y="67310"/>
                      <a:pt x="529590" y="83820"/>
                      <a:pt x="527050" y="96520"/>
                    </a:cubicBezTo>
                    <a:cubicBezTo>
                      <a:pt x="524510" y="109220"/>
                      <a:pt x="515620" y="123190"/>
                      <a:pt x="506730" y="130810"/>
                    </a:cubicBezTo>
                    <a:cubicBezTo>
                      <a:pt x="496570" y="139700"/>
                      <a:pt x="483870" y="146050"/>
                      <a:pt x="468630" y="147320"/>
                    </a:cubicBezTo>
                    <a:cubicBezTo>
                      <a:pt x="447040" y="148590"/>
                      <a:pt x="424180" y="130810"/>
                      <a:pt x="387350" y="127000"/>
                    </a:cubicBezTo>
                    <a:cubicBezTo>
                      <a:pt x="316230" y="118110"/>
                      <a:pt x="125730" y="142240"/>
                      <a:pt x="64770" y="127000"/>
                    </a:cubicBezTo>
                    <a:cubicBezTo>
                      <a:pt x="39370" y="120650"/>
                      <a:pt x="22860" y="113030"/>
                      <a:pt x="12700" y="99060"/>
                    </a:cubicBezTo>
                    <a:cubicBezTo>
                      <a:pt x="3810" y="87630"/>
                      <a:pt x="0" y="69850"/>
                      <a:pt x="1270" y="55880"/>
                    </a:cubicBezTo>
                    <a:cubicBezTo>
                      <a:pt x="3810" y="41910"/>
                      <a:pt x="12700" y="25400"/>
                      <a:pt x="22860" y="16510"/>
                    </a:cubicBezTo>
                    <a:cubicBezTo>
                      <a:pt x="33020" y="6350"/>
                      <a:pt x="64770" y="0"/>
                      <a:pt x="64770" y="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69" id="69"/>
            <p:cNvGrpSpPr/>
            <p:nvPr/>
          </p:nvGrpSpPr>
          <p:grpSpPr>
            <a:xfrm rot="0">
              <a:off x="5725632" y="1913288"/>
              <a:ext cx="831727" cy="284621"/>
              <a:chOff x="0" y="0"/>
              <a:chExt cx="668020" cy="22860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49530" y="49530"/>
                <a:ext cx="570230" cy="147320"/>
              </a:xfrm>
              <a:custGeom>
                <a:avLst/>
                <a:gdLst/>
                <a:ahLst/>
                <a:cxnLst/>
                <a:rect r="r" b="b" t="t" l="l"/>
                <a:pathLst>
                  <a:path h="147320" w="570230">
                    <a:moveTo>
                      <a:pt x="64770" y="1270"/>
                    </a:moveTo>
                    <a:cubicBezTo>
                      <a:pt x="548640" y="15240"/>
                      <a:pt x="560070" y="31750"/>
                      <a:pt x="565150" y="48260"/>
                    </a:cubicBezTo>
                    <a:cubicBezTo>
                      <a:pt x="570230" y="60960"/>
                      <a:pt x="567690" y="76200"/>
                      <a:pt x="562610" y="87630"/>
                    </a:cubicBezTo>
                    <a:cubicBezTo>
                      <a:pt x="558800" y="100330"/>
                      <a:pt x="547370" y="113030"/>
                      <a:pt x="537210" y="119380"/>
                    </a:cubicBezTo>
                    <a:cubicBezTo>
                      <a:pt x="525780" y="125730"/>
                      <a:pt x="510540" y="129540"/>
                      <a:pt x="496570" y="128270"/>
                    </a:cubicBezTo>
                    <a:cubicBezTo>
                      <a:pt x="483870" y="127000"/>
                      <a:pt x="469900" y="119380"/>
                      <a:pt x="461010" y="110490"/>
                    </a:cubicBezTo>
                    <a:cubicBezTo>
                      <a:pt x="450850" y="101600"/>
                      <a:pt x="441960" y="88900"/>
                      <a:pt x="441960" y="74930"/>
                    </a:cubicBezTo>
                    <a:cubicBezTo>
                      <a:pt x="440690" y="58420"/>
                      <a:pt x="449580" y="30480"/>
                      <a:pt x="461010" y="19050"/>
                    </a:cubicBezTo>
                    <a:cubicBezTo>
                      <a:pt x="469900" y="8890"/>
                      <a:pt x="483870" y="2540"/>
                      <a:pt x="497840" y="1270"/>
                    </a:cubicBezTo>
                    <a:cubicBezTo>
                      <a:pt x="510540" y="0"/>
                      <a:pt x="525780" y="2540"/>
                      <a:pt x="537210" y="10160"/>
                    </a:cubicBezTo>
                    <a:cubicBezTo>
                      <a:pt x="549910" y="20320"/>
                      <a:pt x="565150" y="44450"/>
                      <a:pt x="567690" y="60960"/>
                    </a:cubicBezTo>
                    <a:cubicBezTo>
                      <a:pt x="568960" y="74930"/>
                      <a:pt x="565150" y="90170"/>
                      <a:pt x="556260" y="100330"/>
                    </a:cubicBezTo>
                    <a:cubicBezTo>
                      <a:pt x="546100" y="113030"/>
                      <a:pt x="530860" y="121920"/>
                      <a:pt x="504190" y="128270"/>
                    </a:cubicBezTo>
                    <a:cubicBezTo>
                      <a:pt x="429260" y="147320"/>
                      <a:pt x="138430" y="146050"/>
                      <a:pt x="64770" y="128270"/>
                    </a:cubicBezTo>
                    <a:cubicBezTo>
                      <a:pt x="36830" y="121920"/>
                      <a:pt x="22860" y="114300"/>
                      <a:pt x="11430" y="100330"/>
                    </a:cubicBezTo>
                    <a:cubicBezTo>
                      <a:pt x="2540" y="88900"/>
                      <a:pt x="0" y="71120"/>
                      <a:pt x="1270" y="57150"/>
                    </a:cubicBezTo>
                    <a:cubicBezTo>
                      <a:pt x="2540" y="43180"/>
                      <a:pt x="11430" y="26670"/>
                      <a:pt x="21590" y="17780"/>
                    </a:cubicBezTo>
                    <a:cubicBezTo>
                      <a:pt x="33020" y="7620"/>
                      <a:pt x="64770" y="1270"/>
                      <a:pt x="64770" y="127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7417548" y="727366"/>
              <a:ext cx="779546" cy="1944912"/>
              <a:chOff x="0" y="0"/>
              <a:chExt cx="626110" cy="15621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50800" y="48260"/>
                <a:ext cx="524510" cy="1464310"/>
              </a:xfrm>
              <a:custGeom>
                <a:avLst/>
                <a:gdLst/>
                <a:ahLst/>
                <a:cxnLst/>
                <a:rect r="r" b="b" t="t" l="l"/>
                <a:pathLst>
                  <a:path h="1464310" w="524510">
                    <a:moveTo>
                      <a:pt x="15240" y="976630"/>
                    </a:moveTo>
                    <a:cubicBezTo>
                      <a:pt x="120650" y="849630"/>
                      <a:pt x="132080" y="824230"/>
                      <a:pt x="156210" y="765810"/>
                    </a:cubicBezTo>
                    <a:cubicBezTo>
                      <a:pt x="214630" y="627380"/>
                      <a:pt x="340360" y="120650"/>
                      <a:pt x="403860" y="36830"/>
                    </a:cubicBezTo>
                    <a:cubicBezTo>
                      <a:pt x="421640" y="12700"/>
                      <a:pt x="434340" y="5080"/>
                      <a:pt x="452120" y="2540"/>
                    </a:cubicBezTo>
                    <a:cubicBezTo>
                      <a:pt x="468630" y="0"/>
                      <a:pt x="495300" y="11430"/>
                      <a:pt x="506730" y="22860"/>
                    </a:cubicBezTo>
                    <a:cubicBezTo>
                      <a:pt x="518160" y="33020"/>
                      <a:pt x="523240" y="48260"/>
                      <a:pt x="523240" y="64770"/>
                    </a:cubicBezTo>
                    <a:cubicBezTo>
                      <a:pt x="524510" y="87630"/>
                      <a:pt x="505460" y="109220"/>
                      <a:pt x="496570" y="149860"/>
                    </a:cubicBezTo>
                    <a:cubicBezTo>
                      <a:pt x="477520" y="240030"/>
                      <a:pt x="458470" y="441960"/>
                      <a:pt x="443230" y="604520"/>
                    </a:cubicBezTo>
                    <a:cubicBezTo>
                      <a:pt x="424180" y="795020"/>
                      <a:pt x="416560" y="1073150"/>
                      <a:pt x="394970" y="1224280"/>
                    </a:cubicBezTo>
                    <a:cubicBezTo>
                      <a:pt x="383540" y="1314450"/>
                      <a:pt x="377190" y="1402080"/>
                      <a:pt x="354330" y="1436370"/>
                    </a:cubicBezTo>
                    <a:cubicBezTo>
                      <a:pt x="344170" y="1451610"/>
                      <a:pt x="328930" y="1456690"/>
                      <a:pt x="316230" y="1460500"/>
                    </a:cubicBezTo>
                    <a:cubicBezTo>
                      <a:pt x="306070" y="1463040"/>
                      <a:pt x="295910" y="1464310"/>
                      <a:pt x="285750" y="1459230"/>
                    </a:cubicBezTo>
                    <a:cubicBezTo>
                      <a:pt x="271780" y="1452880"/>
                      <a:pt x="248920" y="1435100"/>
                      <a:pt x="243840" y="1418590"/>
                    </a:cubicBezTo>
                    <a:cubicBezTo>
                      <a:pt x="237490" y="1402080"/>
                      <a:pt x="245110" y="1371600"/>
                      <a:pt x="255270" y="1357630"/>
                    </a:cubicBezTo>
                    <a:cubicBezTo>
                      <a:pt x="262890" y="1346200"/>
                      <a:pt x="276860" y="1339850"/>
                      <a:pt x="289560" y="1336040"/>
                    </a:cubicBezTo>
                    <a:cubicBezTo>
                      <a:pt x="302260" y="1333500"/>
                      <a:pt x="317500" y="1333500"/>
                      <a:pt x="330200" y="1341120"/>
                    </a:cubicBezTo>
                    <a:cubicBezTo>
                      <a:pt x="344170" y="1348740"/>
                      <a:pt x="361950" y="1371600"/>
                      <a:pt x="365760" y="1388110"/>
                    </a:cubicBezTo>
                    <a:cubicBezTo>
                      <a:pt x="369570" y="1400810"/>
                      <a:pt x="365760" y="1416050"/>
                      <a:pt x="359410" y="1427480"/>
                    </a:cubicBezTo>
                    <a:cubicBezTo>
                      <a:pt x="354330" y="1438910"/>
                      <a:pt x="342900" y="1451610"/>
                      <a:pt x="330200" y="1455420"/>
                    </a:cubicBezTo>
                    <a:cubicBezTo>
                      <a:pt x="314960" y="1461770"/>
                      <a:pt x="285750" y="1461770"/>
                      <a:pt x="271780" y="1452880"/>
                    </a:cubicBezTo>
                    <a:cubicBezTo>
                      <a:pt x="256540" y="1443990"/>
                      <a:pt x="241300" y="1419860"/>
                      <a:pt x="240030" y="1402080"/>
                    </a:cubicBezTo>
                    <a:cubicBezTo>
                      <a:pt x="238760" y="1384300"/>
                      <a:pt x="252730" y="1358900"/>
                      <a:pt x="264160" y="1348740"/>
                    </a:cubicBezTo>
                    <a:cubicBezTo>
                      <a:pt x="274320" y="1338580"/>
                      <a:pt x="289560" y="1333500"/>
                      <a:pt x="303530" y="1334770"/>
                    </a:cubicBezTo>
                    <a:cubicBezTo>
                      <a:pt x="320040" y="1336040"/>
                      <a:pt x="345440" y="1348740"/>
                      <a:pt x="355600" y="1362710"/>
                    </a:cubicBezTo>
                    <a:cubicBezTo>
                      <a:pt x="364490" y="1374140"/>
                      <a:pt x="368300" y="1394460"/>
                      <a:pt x="365760" y="1408430"/>
                    </a:cubicBezTo>
                    <a:cubicBezTo>
                      <a:pt x="364490" y="1422400"/>
                      <a:pt x="354330" y="1438910"/>
                      <a:pt x="344170" y="1447800"/>
                    </a:cubicBezTo>
                    <a:cubicBezTo>
                      <a:pt x="332740" y="1456690"/>
                      <a:pt x="314960" y="1461770"/>
                      <a:pt x="300990" y="1461770"/>
                    </a:cubicBezTo>
                    <a:cubicBezTo>
                      <a:pt x="287020" y="1461770"/>
                      <a:pt x="269240" y="1454150"/>
                      <a:pt x="259080" y="1443990"/>
                    </a:cubicBezTo>
                    <a:cubicBezTo>
                      <a:pt x="248920" y="1435100"/>
                      <a:pt x="242570" y="1422400"/>
                      <a:pt x="240030" y="1403350"/>
                    </a:cubicBezTo>
                    <a:cubicBezTo>
                      <a:pt x="234950" y="1365250"/>
                      <a:pt x="259080" y="1297940"/>
                      <a:pt x="269240" y="1217930"/>
                    </a:cubicBezTo>
                    <a:cubicBezTo>
                      <a:pt x="285750" y="1070610"/>
                      <a:pt x="298450" y="784860"/>
                      <a:pt x="317500" y="590550"/>
                    </a:cubicBezTo>
                    <a:cubicBezTo>
                      <a:pt x="334010" y="421640"/>
                      <a:pt x="344170" y="217170"/>
                      <a:pt x="373380" y="118110"/>
                    </a:cubicBezTo>
                    <a:cubicBezTo>
                      <a:pt x="387350" y="68580"/>
                      <a:pt x="402590" y="30480"/>
                      <a:pt x="422910" y="13970"/>
                    </a:cubicBezTo>
                    <a:cubicBezTo>
                      <a:pt x="436880" y="2540"/>
                      <a:pt x="453390" y="1270"/>
                      <a:pt x="467360" y="2540"/>
                    </a:cubicBezTo>
                    <a:cubicBezTo>
                      <a:pt x="481330" y="3810"/>
                      <a:pt x="497840" y="11430"/>
                      <a:pt x="506730" y="22860"/>
                    </a:cubicBezTo>
                    <a:cubicBezTo>
                      <a:pt x="518160" y="35560"/>
                      <a:pt x="523240" y="50800"/>
                      <a:pt x="521970" y="80010"/>
                    </a:cubicBezTo>
                    <a:cubicBezTo>
                      <a:pt x="518160" y="187960"/>
                      <a:pt x="334010" y="675640"/>
                      <a:pt x="269240" y="824230"/>
                    </a:cubicBezTo>
                    <a:cubicBezTo>
                      <a:pt x="240030" y="892810"/>
                      <a:pt x="222250" y="925830"/>
                      <a:pt x="191770" y="967740"/>
                    </a:cubicBezTo>
                    <a:cubicBezTo>
                      <a:pt x="165100" y="1007110"/>
                      <a:pt x="127000" y="1054100"/>
                      <a:pt x="100330" y="1070610"/>
                    </a:cubicBezTo>
                    <a:cubicBezTo>
                      <a:pt x="83820" y="1079500"/>
                      <a:pt x="69850" y="1083310"/>
                      <a:pt x="55880" y="1082040"/>
                    </a:cubicBezTo>
                    <a:cubicBezTo>
                      <a:pt x="41910" y="1079500"/>
                      <a:pt x="25400" y="1071880"/>
                      <a:pt x="16510" y="1060450"/>
                    </a:cubicBezTo>
                    <a:cubicBezTo>
                      <a:pt x="6350" y="1050290"/>
                      <a:pt x="0" y="1032510"/>
                      <a:pt x="0" y="1018540"/>
                    </a:cubicBezTo>
                    <a:cubicBezTo>
                      <a:pt x="0" y="1004570"/>
                      <a:pt x="15240" y="976630"/>
                      <a:pt x="15240" y="97663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8347311" y="903642"/>
              <a:ext cx="1476865" cy="1768636"/>
              <a:chOff x="0" y="0"/>
              <a:chExt cx="1041400" cy="124714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48260" y="49530"/>
                <a:ext cx="942340" cy="1146810"/>
              </a:xfrm>
              <a:custGeom>
                <a:avLst/>
                <a:gdLst/>
                <a:ahLst/>
                <a:cxnLst/>
                <a:rect r="r" b="b" t="t" l="l"/>
                <a:pathLst>
                  <a:path h="1146810" w="942340">
                    <a:moveTo>
                      <a:pt x="264160" y="114300"/>
                    </a:moveTo>
                    <a:cubicBezTo>
                      <a:pt x="349250" y="8890"/>
                      <a:pt x="360680" y="1270"/>
                      <a:pt x="375920" y="1270"/>
                    </a:cubicBezTo>
                    <a:cubicBezTo>
                      <a:pt x="392430" y="1270"/>
                      <a:pt x="419100" y="11430"/>
                      <a:pt x="429260" y="25400"/>
                    </a:cubicBezTo>
                    <a:cubicBezTo>
                      <a:pt x="440690" y="39370"/>
                      <a:pt x="445770" y="57150"/>
                      <a:pt x="440690" y="83820"/>
                    </a:cubicBezTo>
                    <a:cubicBezTo>
                      <a:pt x="426720" y="149860"/>
                      <a:pt x="283210" y="401320"/>
                      <a:pt x="226060" y="415290"/>
                    </a:cubicBezTo>
                    <a:cubicBezTo>
                      <a:pt x="200660" y="421640"/>
                      <a:pt x="156210" y="384810"/>
                      <a:pt x="157480" y="378460"/>
                    </a:cubicBezTo>
                    <a:cubicBezTo>
                      <a:pt x="160020" y="369570"/>
                      <a:pt x="251460" y="386080"/>
                      <a:pt x="290830" y="382270"/>
                    </a:cubicBezTo>
                    <a:cubicBezTo>
                      <a:pt x="321310" y="378460"/>
                      <a:pt x="339090" y="367030"/>
                      <a:pt x="373380" y="360680"/>
                    </a:cubicBezTo>
                    <a:cubicBezTo>
                      <a:pt x="424180" y="353060"/>
                      <a:pt x="519430" y="345440"/>
                      <a:pt x="571500" y="346710"/>
                    </a:cubicBezTo>
                    <a:cubicBezTo>
                      <a:pt x="605790" y="346710"/>
                      <a:pt x="622300" y="347980"/>
                      <a:pt x="655320" y="356870"/>
                    </a:cubicBezTo>
                    <a:cubicBezTo>
                      <a:pt x="703580" y="369570"/>
                      <a:pt x="791210" y="402590"/>
                      <a:pt x="831850" y="429260"/>
                    </a:cubicBezTo>
                    <a:cubicBezTo>
                      <a:pt x="855980" y="444500"/>
                      <a:pt x="869950" y="459740"/>
                      <a:pt x="885190" y="480060"/>
                    </a:cubicBezTo>
                    <a:cubicBezTo>
                      <a:pt x="900430" y="501650"/>
                      <a:pt x="910590" y="524510"/>
                      <a:pt x="919480" y="558800"/>
                    </a:cubicBezTo>
                    <a:cubicBezTo>
                      <a:pt x="934720" y="615950"/>
                      <a:pt x="942340" y="740410"/>
                      <a:pt x="941070" y="797560"/>
                    </a:cubicBezTo>
                    <a:cubicBezTo>
                      <a:pt x="939800" y="829310"/>
                      <a:pt x="937260" y="843280"/>
                      <a:pt x="929640" y="871220"/>
                    </a:cubicBezTo>
                    <a:cubicBezTo>
                      <a:pt x="916940" y="913130"/>
                      <a:pt x="889000" y="982980"/>
                      <a:pt x="863600" y="1021080"/>
                    </a:cubicBezTo>
                    <a:cubicBezTo>
                      <a:pt x="845820" y="1049020"/>
                      <a:pt x="828040" y="1068070"/>
                      <a:pt x="805180" y="1085850"/>
                    </a:cubicBezTo>
                    <a:cubicBezTo>
                      <a:pt x="782320" y="1103630"/>
                      <a:pt x="760730" y="1116330"/>
                      <a:pt x="726440" y="1125220"/>
                    </a:cubicBezTo>
                    <a:cubicBezTo>
                      <a:pt x="675640" y="1140460"/>
                      <a:pt x="590550" y="1146810"/>
                      <a:pt x="518160" y="1146810"/>
                    </a:cubicBezTo>
                    <a:cubicBezTo>
                      <a:pt x="439420" y="1146810"/>
                      <a:pt x="345440" y="1136650"/>
                      <a:pt x="271780" y="1120140"/>
                    </a:cubicBezTo>
                    <a:cubicBezTo>
                      <a:pt x="208280" y="1107440"/>
                      <a:pt x="142240" y="1084580"/>
                      <a:pt x="101600" y="1062990"/>
                    </a:cubicBezTo>
                    <a:cubicBezTo>
                      <a:pt x="76200" y="1049020"/>
                      <a:pt x="60960" y="1038860"/>
                      <a:pt x="44450" y="1018540"/>
                    </a:cubicBezTo>
                    <a:cubicBezTo>
                      <a:pt x="25400" y="993140"/>
                      <a:pt x="5080" y="951230"/>
                      <a:pt x="2540" y="919480"/>
                    </a:cubicBezTo>
                    <a:cubicBezTo>
                      <a:pt x="0" y="894080"/>
                      <a:pt x="7620" y="866140"/>
                      <a:pt x="19050" y="847090"/>
                    </a:cubicBezTo>
                    <a:cubicBezTo>
                      <a:pt x="29210" y="829310"/>
                      <a:pt x="44450" y="810260"/>
                      <a:pt x="62230" y="805180"/>
                    </a:cubicBezTo>
                    <a:cubicBezTo>
                      <a:pt x="78740" y="800100"/>
                      <a:pt x="106680" y="806450"/>
                      <a:pt x="120650" y="817880"/>
                    </a:cubicBezTo>
                    <a:cubicBezTo>
                      <a:pt x="133350" y="829310"/>
                      <a:pt x="144780" y="855980"/>
                      <a:pt x="142240" y="872490"/>
                    </a:cubicBezTo>
                    <a:cubicBezTo>
                      <a:pt x="140970" y="890270"/>
                      <a:pt x="124460" y="914400"/>
                      <a:pt x="109220" y="922020"/>
                    </a:cubicBezTo>
                    <a:cubicBezTo>
                      <a:pt x="93980" y="930910"/>
                      <a:pt x="64770" y="929640"/>
                      <a:pt x="49530" y="923290"/>
                    </a:cubicBezTo>
                    <a:cubicBezTo>
                      <a:pt x="36830" y="916940"/>
                      <a:pt x="26670" y="905510"/>
                      <a:pt x="21590" y="892810"/>
                    </a:cubicBezTo>
                    <a:cubicBezTo>
                      <a:pt x="16510" y="877570"/>
                      <a:pt x="17780" y="848360"/>
                      <a:pt x="24130" y="834390"/>
                    </a:cubicBezTo>
                    <a:cubicBezTo>
                      <a:pt x="30480" y="821690"/>
                      <a:pt x="43180" y="812800"/>
                      <a:pt x="55880" y="807720"/>
                    </a:cubicBezTo>
                    <a:cubicBezTo>
                      <a:pt x="67310" y="802640"/>
                      <a:pt x="82550" y="800100"/>
                      <a:pt x="95250" y="805180"/>
                    </a:cubicBezTo>
                    <a:cubicBezTo>
                      <a:pt x="111760" y="810260"/>
                      <a:pt x="133350" y="828040"/>
                      <a:pt x="139700" y="845820"/>
                    </a:cubicBezTo>
                    <a:cubicBezTo>
                      <a:pt x="146050" y="866140"/>
                      <a:pt x="119380" y="904240"/>
                      <a:pt x="129540" y="923290"/>
                    </a:cubicBezTo>
                    <a:cubicBezTo>
                      <a:pt x="139700" y="944880"/>
                      <a:pt x="180340" y="956310"/>
                      <a:pt x="207010" y="967740"/>
                    </a:cubicBezTo>
                    <a:cubicBezTo>
                      <a:pt x="233680" y="979170"/>
                      <a:pt x="255270" y="988060"/>
                      <a:pt x="289560" y="994410"/>
                    </a:cubicBezTo>
                    <a:cubicBezTo>
                      <a:pt x="345440" y="1007110"/>
                      <a:pt x="440690" y="1019810"/>
                      <a:pt x="513080" y="1019810"/>
                    </a:cubicBezTo>
                    <a:cubicBezTo>
                      <a:pt x="581660" y="1019810"/>
                      <a:pt x="671830" y="1019810"/>
                      <a:pt x="715010" y="998220"/>
                    </a:cubicBezTo>
                    <a:cubicBezTo>
                      <a:pt x="740410" y="984250"/>
                      <a:pt x="750570" y="963930"/>
                      <a:pt x="764540" y="942340"/>
                    </a:cubicBezTo>
                    <a:cubicBezTo>
                      <a:pt x="781050" y="916940"/>
                      <a:pt x="796290" y="886460"/>
                      <a:pt x="803910" y="849630"/>
                    </a:cubicBezTo>
                    <a:cubicBezTo>
                      <a:pt x="815340" y="801370"/>
                      <a:pt x="814070" y="726440"/>
                      <a:pt x="807720" y="673100"/>
                    </a:cubicBezTo>
                    <a:cubicBezTo>
                      <a:pt x="803910" y="626110"/>
                      <a:pt x="808990" y="575310"/>
                      <a:pt x="779780" y="543560"/>
                    </a:cubicBezTo>
                    <a:cubicBezTo>
                      <a:pt x="742950" y="501650"/>
                      <a:pt x="642620" y="481330"/>
                      <a:pt x="576580" y="472440"/>
                    </a:cubicBezTo>
                    <a:cubicBezTo>
                      <a:pt x="516890" y="464820"/>
                      <a:pt x="453390" y="477520"/>
                      <a:pt x="401320" y="485140"/>
                    </a:cubicBezTo>
                    <a:cubicBezTo>
                      <a:pt x="359410" y="491490"/>
                      <a:pt x="330200" y="506730"/>
                      <a:pt x="289560" y="509270"/>
                    </a:cubicBezTo>
                    <a:cubicBezTo>
                      <a:pt x="238760" y="511810"/>
                      <a:pt x="149860" y="520700"/>
                      <a:pt x="123190" y="490220"/>
                    </a:cubicBezTo>
                    <a:cubicBezTo>
                      <a:pt x="97790" y="462280"/>
                      <a:pt x="106680" y="397510"/>
                      <a:pt x="123190" y="340360"/>
                    </a:cubicBezTo>
                    <a:cubicBezTo>
                      <a:pt x="151130" y="250190"/>
                      <a:pt x="287020" y="60960"/>
                      <a:pt x="335280" y="20320"/>
                    </a:cubicBezTo>
                    <a:cubicBezTo>
                      <a:pt x="350520" y="6350"/>
                      <a:pt x="361950" y="2540"/>
                      <a:pt x="375920" y="1270"/>
                    </a:cubicBezTo>
                    <a:cubicBezTo>
                      <a:pt x="389890" y="0"/>
                      <a:pt x="407670" y="6350"/>
                      <a:pt x="419100" y="15240"/>
                    </a:cubicBezTo>
                    <a:cubicBezTo>
                      <a:pt x="429260" y="22860"/>
                      <a:pt x="439420" y="40640"/>
                      <a:pt x="441960" y="53340"/>
                    </a:cubicBezTo>
                    <a:cubicBezTo>
                      <a:pt x="444500" y="63500"/>
                      <a:pt x="444500" y="71120"/>
                      <a:pt x="440690" y="83820"/>
                    </a:cubicBezTo>
                    <a:cubicBezTo>
                      <a:pt x="431800" y="109220"/>
                      <a:pt x="388620" y="171450"/>
                      <a:pt x="364490" y="191770"/>
                    </a:cubicBezTo>
                    <a:cubicBezTo>
                      <a:pt x="350520" y="203200"/>
                      <a:pt x="336550" y="209550"/>
                      <a:pt x="322580" y="209550"/>
                    </a:cubicBezTo>
                    <a:cubicBezTo>
                      <a:pt x="308610" y="210820"/>
                      <a:pt x="290830" y="204470"/>
                      <a:pt x="280670" y="196850"/>
                    </a:cubicBezTo>
                    <a:cubicBezTo>
                      <a:pt x="271780" y="190500"/>
                      <a:pt x="264160" y="182880"/>
                      <a:pt x="261620" y="172720"/>
                    </a:cubicBezTo>
                    <a:cubicBezTo>
                      <a:pt x="256540" y="158750"/>
                      <a:pt x="264160" y="114300"/>
                      <a:pt x="264160" y="11430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8876821" y="793777"/>
              <a:ext cx="1198229" cy="362892"/>
              <a:chOff x="0" y="0"/>
              <a:chExt cx="889000" cy="26924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49530" y="43180"/>
                <a:ext cx="788670" cy="175260"/>
              </a:xfrm>
              <a:custGeom>
                <a:avLst/>
                <a:gdLst/>
                <a:ahLst/>
                <a:cxnLst/>
                <a:rect r="r" b="b" t="t" l="l"/>
                <a:pathLst>
                  <a:path h="175260" w="788670">
                    <a:moveTo>
                      <a:pt x="39370" y="52070"/>
                    </a:moveTo>
                    <a:cubicBezTo>
                      <a:pt x="214630" y="0"/>
                      <a:pt x="477520" y="31750"/>
                      <a:pt x="589280" y="26670"/>
                    </a:cubicBezTo>
                    <a:cubicBezTo>
                      <a:pt x="651510" y="22860"/>
                      <a:pt x="703580" y="2540"/>
                      <a:pt x="735330" y="7620"/>
                    </a:cubicBezTo>
                    <a:cubicBezTo>
                      <a:pt x="751840" y="11430"/>
                      <a:pt x="762000" y="17780"/>
                      <a:pt x="770890" y="27940"/>
                    </a:cubicBezTo>
                    <a:cubicBezTo>
                      <a:pt x="779780" y="36830"/>
                      <a:pt x="786130" y="52070"/>
                      <a:pt x="787400" y="64770"/>
                    </a:cubicBezTo>
                    <a:cubicBezTo>
                      <a:pt x="788670" y="77470"/>
                      <a:pt x="784860" y="93980"/>
                      <a:pt x="778510" y="104140"/>
                    </a:cubicBezTo>
                    <a:cubicBezTo>
                      <a:pt x="770890" y="115570"/>
                      <a:pt x="759460" y="125730"/>
                      <a:pt x="746760" y="129540"/>
                    </a:cubicBezTo>
                    <a:cubicBezTo>
                      <a:pt x="730250" y="134620"/>
                      <a:pt x="702310" y="132080"/>
                      <a:pt x="687070" y="121920"/>
                    </a:cubicBezTo>
                    <a:cubicBezTo>
                      <a:pt x="673100" y="111760"/>
                      <a:pt x="661670" y="85090"/>
                      <a:pt x="660400" y="69850"/>
                    </a:cubicBezTo>
                    <a:cubicBezTo>
                      <a:pt x="660400" y="55880"/>
                      <a:pt x="665480" y="40640"/>
                      <a:pt x="674370" y="30480"/>
                    </a:cubicBezTo>
                    <a:cubicBezTo>
                      <a:pt x="685800" y="19050"/>
                      <a:pt x="712470" y="7620"/>
                      <a:pt x="728980" y="7620"/>
                    </a:cubicBezTo>
                    <a:cubicBezTo>
                      <a:pt x="742950" y="7620"/>
                      <a:pt x="756920" y="13970"/>
                      <a:pt x="765810" y="22860"/>
                    </a:cubicBezTo>
                    <a:cubicBezTo>
                      <a:pt x="775970" y="31750"/>
                      <a:pt x="784860" y="44450"/>
                      <a:pt x="786130" y="58420"/>
                    </a:cubicBezTo>
                    <a:cubicBezTo>
                      <a:pt x="788670" y="74930"/>
                      <a:pt x="779780" y="102870"/>
                      <a:pt x="769620" y="115570"/>
                    </a:cubicBezTo>
                    <a:cubicBezTo>
                      <a:pt x="760730" y="125730"/>
                      <a:pt x="750570" y="128270"/>
                      <a:pt x="732790" y="133350"/>
                    </a:cubicBezTo>
                    <a:cubicBezTo>
                      <a:pt x="701040" y="143510"/>
                      <a:pt x="647700" y="149860"/>
                      <a:pt x="588010" y="153670"/>
                    </a:cubicBezTo>
                    <a:cubicBezTo>
                      <a:pt x="496570" y="158750"/>
                      <a:pt x="302260" y="154940"/>
                      <a:pt x="231140" y="147320"/>
                    </a:cubicBezTo>
                    <a:cubicBezTo>
                      <a:pt x="200660" y="144780"/>
                      <a:pt x="190500" y="133350"/>
                      <a:pt x="166370" y="134620"/>
                    </a:cubicBezTo>
                    <a:cubicBezTo>
                      <a:pt x="134620" y="137160"/>
                      <a:pt x="86360" y="175260"/>
                      <a:pt x="59690" y="173990"/>
                    </a:cubicBezTo>
                    <a:cubicBezTo>
                      <a:pt x="41910" y="172720"/>
                      <a:pt x="27940" y="165100"/>
                      <a:pt x="19050" y="154940"/>
                    </a:cubicBezTo>
                    <a:cubicBezTo>
                      <a:pt x="8890" y="144780"/>
                      <a:pt x="1270" y="127000"/>
                      <a:pt x="1270" y="113030"/>
                    </a:cubicBezTo>
                    <a:cubicBezTo>
                      <a:pt x="0" y="99060"/>
                      <a:pt x="7620" y="81280"/>
                      <a:pt x="15240" y="69850"/>
                    </a:cubicBezTo>
                    <a:cubicBezTo>
                      <a:pt x="21590" y="62230"/>
                      <a:pt x="39370" y="52070"/>
                      <a:pt x="39370" y="52070"/>
                    </a:cubicBezTo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77" id="77"/>
          <p:cNvGrpSpPr/>
          <p:nvPr/>
        </p:nvGrpSpPr>
        <p:grpSpPr>
          <a:xfrm rot="0">
            <a:off x="10358438" y="2599372"/>
            <a:ext cx="345758" cy="409575"/>
            <a:chOff x="0" y="0"/>
            <a:chExt cx="461010" cy="5461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36830" y="41910"/>
              <a:ext cx="373380" cy="454660"/>
            </a:xfrm>
            <a:custGeom>
              <a:avLst/>
              <a:gdLst/>
              <a:ahLst/>
              <a:cxnLst/>
              <a:rect r="r" b="b" t="t" l="l"/>
              <a:pathLst>
                <a:path h="454660" w="373380">
                  <a:moveTo>
                    <a:pt x="83820" y="361950"/>
                  </a:moveTo>
                  <a:cubicBezTo>
                    <a:pt x="46990" y="439420"/>
                    <a:pt x="38100" y="439420"/>
                    <a:pt x="31750" y="438150"/>
                  </a:cubicBezTo>
                  <a:cubicBezTo>
                    <a:pt x="24130" y="435610"/>
                    <a:pt x="19050" y="431800"/>
                    <a:pt x="13970" y="421640"/>
                  </a:cubicBezTo>
                  <a:cubicBezTo>
                    <a:pt x="0" y="384810"/>
                    <a:pt x="2540" y="204470"/>
                    <a:pt x="21590" y="133350"/>
                  </a:cubicBezTo>
                  <a:cubicBezTo>
                    <a:pt x="33020" y="87630"/>
                    <a:pt x="62230" y="45720"/>
                    <a:pt x="77470" y="26670"/>
                  </a:cubicBezTo>
                  <a:cubicBezTo>
                    <a:pt x="86360" y="16510"/>
                    <a:pt x="88900" y="12700"/>
                    <a:pt x="99060" y="8890"/>
                  </a:cubicBezTo>
                  <a:cubicBezTo>
                    <a:pt x="115570" y="2540"/>
                    <a:pt x="151130" y="0"/>
                    <a:pt x="172720" y="8890"/>
                  </a:cubicBezTo>
                  <a:cubicBezTo>
                    <a:pt x="195580" y="16510"/>
                    <a:pt x="214630" y="39370"/>
                    <a:pt x="231140" y="58420"/>
                  </a:cubicBezTo>
                  <a:cubicBezTo>
                    <a:pt x="245110" y="76200"/>
                    <a:pt x="254000" y="91440"/>
                    <a:pt x="264160" y="118110"/>
                  </a:cubicBezTo>
                  <a:cubicBezTo>
                    <a:pt x="280670" y="165100"/>
                    <a:pt x="285750" y="271780"/>
                    <a:pt x="299720" y="318770"/>
                  </a:cubicBezTo>
                  <a:cubicBezTo>
                    <a:pt x="307340" y="344170"/>
                    <a:pt x="312420" y="360680"/>
                    <a:pt x="323850" y="377190"/>
                  </a:cubicBezTo>
                  <a:cubicBezTo>
                    <a:pt x="335280" y="392430"/>
                    <a:pt x="363220" y="402590"/>
                    <a:pt x="369570" y="415290"/>
                  </a:cubicBezTo>
                  <a:cubicBezTo>
                    <a:pt x="373380" y="422910"/>
                    <a:pt x="373380" y="433070"/>
                    <a:pt x="369570" y="439420"/>
                  </a:cubicBezTo>
                  <a:cubicBezTo>
                    <a:pt x="365760" y="445770"/>
                    <a:pt x="350520" y="453390"/>
                    <a:pt x="341630" y="452120"/>
                  </a:cubicBezTo>
                  <a:cubicBezTo>
                    <a:pt x="335280" y="450850"/>
                    <a:pt x="326390" y="443230"/>
                    <a:pt x="323850" y="436880"/>
                  </a:cubicBezTo>
                  <a:cubicBezTo>
                    <a:pt x="321310" y="430530"/>
                    <a:pt x="321310" y="419100"/>
                    <a:pt x="325120" y="414020"/>
                  </a:cubicBezTo>
                  <a:cubicBezTo>
                    <a:pt x="330200" y="407670"/>
                    <a:pt x="346710" y="401320"/>
                    <a:pt x="354330" y="402590"/>
                  </a:cubicBezTo>
                  <a:cubicBezTo>
                    <a:pt x="361950" y="405130"/>
                    <a:pt x="372110" y="420370"/>
                    <a:pt x="372110" y="427990"/>
                  </a:cubicBezTo>
                  <a:cubicBezTo>
                    <a:pt x="372110" y="436880"/>
                    <a:pt x="361950" y="450850"/>
                    <a:pt x="353060" y="452120"/>
                  </a:cubicBezTo>
                  <a:cubicBezTo>
                    <a:pt x="337820" y="454660"/>
                    <a:pt x="302260" y="427990"/>
                    <a:pt x="285750" y="410210"/>
                  </a:cubicBezTo>
                  <a:cubicBezTo>
                    <a:pt x="270510" y="393700"/>
                    <a:pt x="264160" y="378460"/>
                    <a:pt x="255270" y="350520"/>
                  </a:cubicBezTo>
                  <a:cubicBezTo>
                    <a:pt x="237490" y="299720"/>
                    <a:pt x="233680" y="168910"/>
                    <a:pt x="210820" y="120650"/>
                  </a:cubicBezTo>
                  <a:cubicBezTo>
                    <a:pt x="199390" y="95250"/>
                    <a:pt x="184150" y="78740"/>
                    <a:pt x="170180" y="67310"/>
                  </a:cubicBezTo>
                  <a:cubicBezTo>
                    <a:pt x="161290" y="59690"/>
                    <a:pt x="152400" y="55880"/>
                    <a:pt x="142240" y="54610"/>
                  </a:cubicBezTo>
                  <a:cubicBezTo>
                    <a:pt x="133350" y="54610"/>
                    <a:pt x="120650" y="58420"/>
                    <a:pt x="113030" y="64770"/>
                  </a:cubicBezTo>
                  <a:cubicBezTo>
                    <a:pt x="104140" y="69850"/>
                    <a:pt x="100330" y="80010"/>
                    <a:pt x="93980" y="91440"/>
                  </a:cubicBezTo>
                  <a:cubicBezTo>
                    <a:pt x="83820" y="110490"/>
                    <a:pt x="72390" y="133350"/>
                    <a:pt x="66040" y="167640"/>
                  </a:cubicBezTo>
                  <a:cubicBezTo>
                    <a:pt x="55880" y="226060"/>
                    <a:pt x="82550" y="391160"/>
                    <a:pt x="62230" y="422910"/>
                  </a:cubicBezTo>
                  <a:cubicBezTo>
                    <a:pt x="54610" y="435610"/>
                    <a:pt x="39370" y="440690"/>
                    <a:pt x="31750" y="438150"/>
                  </a:cubicBezTo>
                  <a:cubicBezTo>
                    <a:pt x="22860" y="435610"/>
                    <a:pt x="13970" y="421640"/>
                    <a:pt x="13970" y="408940"/>
                  </a:cubicBezTo>
                  <a:cubicBezTo>
                    <a:pt x="11430" y="389890"/>
                    <a:pt x="31750" y="339090"/>
                    <a:pt x="46990" y="328930"/>
                  </a:cubicBezTo>
                  <a:cubicBezTo>
                    <a:pt x="54610" y="323850"/>
                    <a:pt x="69850" y="323850"/>
                    <a:pt x="76200" y="328930"/>
                  </a:cubicBezTo>
                  <a:cubicBezTo>
                    <a:pt x="82550" y="334010"/>
                    <a:pt x="83820" y="361950"/>
                    <a:pt x="83820" y="3619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0352722" y="2613660"/>
            <a:ext cx="137160" cy="328612"/>
            <a:chOff x="0" y="0"/>
            <a:chExt cx="182880" cy="4381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36830" y="49530"/>
              <a:ext cx="95250" cy="337820"/>
            </a:xfrm>
            <a:custGeom>
              <a:avLst/>
              <a:gdLst/>
              <a:ahLst/>
              <a:cxnLst/>
              <a:rect r="r" b="b" t="t" l="l"/>
              <a:pathLst>
                <a:path h="337820" w="95250">
                  <a:moveTo>
                    <a:pt x="64770" y="26670"/>
                  </a:moveTo>
                  <a:cubicBezTo>
                    <a:pt x="90170" y="323850"/>
                    <a:pt x="80010" y="335280"/>
                    <a:pt x="71120" y="336550"/>
                  </a:cubicBezTo>
                  <a:cubicBezTo>
                    <a:pt x="63500" y="337820"/>
                    <a:pt x="48260" y="327660"/>
                    <a:pt x="45720" y="320040"/>
                  </a:cubicBezTo>
                  <a:cubicBezTo>
                    <a:pt x="41910" y="313690"/>
                    <a:pt x="44450" y="302260"/>
                    <a:pt x="48260" y="297180"/>
                  </a:cubicBezTo>
                  <a:cubicBezTo>
                    <a:pt x="53340" y="290830"/>
                    <a:pt x="69850" y="285750"/>
                    <a:pt x="77470" y="288290"/>
                  </a:cubicBezTo>
                  <a:cubicBezTo>
                    <a:pt x="85090" y="289560"/>
                    <a:pt x="92710" y="298450"/>
                    <a:pt x="93980" y="306070"/>
                  </a:cubicBezTo>
                  <a:cubicBezTo>
                    <a:pt x="95250" y="313690"/>
                    <a:pt x="88900" y="330200"/>
                    <a:pt x="81280" y="334010"/>
                  </a:cubicBezTo>
                  <a:cubicBezTo>
                    <a:pt x="73660" y="337820"/>
                    <a:pt x="55880" y="334010"/>
                    <a:pt x="46990" y="322580"/>
                  </a:cubicBezTo>
                  <a:cubicBezTo>
                    <a:pt x="19050" y="289560"/>
                    <a:pt x="0" y="69850"/>
                    <a:pt x="13970" y="26670"/>
                  </a:cubicBezTo>
                  <a:cubicBezTo>
                    <a:pt x="19050" y="11430"/>
                    <a:pt x="27940" y="1270"/>
                    <a:pt x="36830" y="1270"/>
                  </a:cubicBezTo>
                  <a:cubicBezTo>
                    <a:pt x="45720" y="0"/>
                    <a:pt x="64770" y="26670"/>
                    <a:pt x="64770" y="266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453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54165" y="-668700"/>
            <a:ext cx="19996329" cy="12400501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43235" cy="17824797"/>
            </a:xfrm>
            <a:custGeom>
              <a:avLst/>
              <a:gdLst/>
              <a:ahLst/>
              <a:cxnLst/>
              <a:rect r="r" b="b" t="t" l="l"/>
              <a:pathLst>
                <a:path h="17824797" w="28743235">
                  <a:moveTo>
                    <a:pt x="28743235" y="196959"/>
                  </a:moveTo>
                  <a:lnTo>
                    <a:pt x="28743235" y="0"/>
                  </a:lnTo>
                  <a:lnTo>
                    <a:pt x="158802" y="0"/>
                  </a:lnTo>
                  <a:lnTo>
                    <a:pt x="158802" y="98480"/>
                  </a:lnTo>
                  <a:lnTo>
                    <a:pt x="0" y="98480"/>
                  </a:lnTo>
                  <a:lnTo>
                    <a:pt x="0" y="17824797"/>
                  </a:lnTo>
                  <a:lnTo>
                    <a:pt x="317605" y="17824797"/>
                  </a:lnTo>
                  <a:lnTo>
                    <a:pt x="317605" y="14378012"/>
                  </a:lnTo>
                  <a:lnTo>
                    <a:pt x="5716887" y="14378012"/>
                  </a:lnTo>
                  <a:lnTo>
                    <a:pt x="5716887" y="17824797"/>
                  </a:lnTo>
                  <a:lnTo>
                    <a:pt x="6034491" y="17824797"/>
                  </a:lnTo>
                  <a:lnTo>
                    <a:pt x="6034491" y="14378012"/>
                  </a:lnTo>
                  <a:lnTo>
                    <a:pt x="11433773" y="14378012"/>
                  </a:lnTo>
                  <a:lnTo>
                    <a:pt x="11433773" y="17824797"/>
                  </a:lnTo>
                  <a:lnTo>
                    <a:pt x="11751378" y="17824797"/>
                  </a:lnTo>
                  <a:lnTo>
                    <a:pt x="11751378" y="14378012"/>
                  </a:lnTo>
                  <a:lnTo>
                    <a:pt x="17150660" y="14378012"/>
                  </a:lnTo>
                  <a:lnTo>
                    <a:pt x="17150660" y="17824797"/>
                  </a:lnTo>
                  <a:lnTo>
                    <a:pt x="17468264" y="17824797"/>
                  </a:lnTo>
                  <a:lnTo>
                    <a:pt x="17468264" y="14378012"/>
                  </a:lnTo>
                  <a:lnTo>
                    <a:pt x="22867547" y="14378012"/>
                  </a:lnTo>
                  <a:lnTo>
                    <a:pt x="22867547" y="17824797"/>
                  </a:lnTo>
                  <a:lnTo>
                    <a:pt x="23185151" y="17824797"/>
                  </a:lnTo>
                  <a:lnTo>
                    <a:pt x="23185151" y="14378012"/>
                  </a:lnTo>
                  <a:lnTo>
                    <a:pt x="28743235" y="14378012"/>
                  </a:lnTo>
                  <a:lnTo>
                    <a:pt x="28743235" y="14181054"/>
                  </a:lnTo>
                  <a:lnTo>
                    <a:pt x="23185151" y="14181054"/>
                  </a:lnTo>
                  <a:lnTo>
                    <a:pt x="23185151" y="10832750"/>
                  </a:lnTo>
                  <a:lnTo>
                    <a:pt x="28743235" y="10832750"/>
                  </a:lnTo>
                  <a:lnTo>
                    <a:pt x="28743235" y="10635790"/>
                  </a:lnTo>
                  <a:lnTo>
                    <a:pt x="23185151" y="10635790"/>
                  </a:lnTo>
                  <a:lnTo>
                    <a:pt x="23185151" y="7287486"/>
                  </a:lnTo>
                  <a:lnTo>
                    <a:pt x="28743235" y="7287486"/>
                  </a:lnTo>
                  <a:lnTo>
                    <a:pt x="28743235" y="7090527"/>
                  </a:lnTo>
                  <a:lnTo>
                    <a:pt x="23185151" y="7090527"/>
                  </a:lnTo>
                  <a:lnTo>
                    <a:pt x="23185151" y="3742223"/>
                  </a:lnTo>
                  <a:lnTo>
                    <a:pt x="28743235" y="3742223"/>
                  </a:lnTo>
                  <a:lnTo>
                    <a:pt x="28743235" y="3545263"/>
                  </a:lnTo>
                  <a:lnTo>
                    <a:pt x="23185151" y="3545263"/>
                  </a:lnTo>
                  <a:lnTo>
                    <a:pt x="23185151" y="196959"/>
                  </a:lnTo>
                  <a:lnTo>
                    <a:pt x="28743235" y="196959"/>
                  </a:lnTo>
                  <a:close/>
                  <a:moveTo>
                    <a:pt x="6034491" y="3545263"/>
                  </a:moveTo>
                  <a:lnTo>
                    <a:pt x="6034491" y="196959"/>
                  </a:lnTo>
                  <a:lnTo>
                    <a:pt x="11433773" y="196959"/>
                  </a:lnTo>
                  <a:lnTo>
                    <a:pt x="11433773" y="3545263"/>
                  </a:lnTo>
                  <a:lnTo>
                    <a:pt x="6034491" y="3545263"/>
                  </a:lnTo>
                  <a:close/>
                  <a:moveTo>
                    <a:pt x="11433773" y="3742223"/>
                  </a:moveTo>
                  <a:lnTo>
                    <a:pt x="11433773" y="7090527"/>
                  </a:lnTo>
                  <a:lnTo>
                    <a:pt x="6034491" y="7090527"/>
                  </a:lnTo>
                  <a:lnTo>
                    <a:pt x="6034491" y="3742223"/>
                  </a:lnTo>
                  <a:lnTo>
                    <a:pt x="11433773" y="3742223"/>
                  </a:lnTo>
                  <a:close/>
                  <a:moveTo>
                    <a:pt x="5716887" y="3545263"/>
                  </a:moveTo>
                  <a:lnTo>
                    <a:pt x="317605" y="3545263"/>
                  </a:lnTo>
                  <a:lnTo>
                    <a:pt x="317605" y="196959"/>
                  </a:lnTo>
                  <a:lnTo>
                    <a:pt x="5716887" y="196959"/>
                  </a:lnTo>
                  <a:lnTo>
                    <a:pt x="5716887" y="3545263"/>
                  </a:lnTo>
                  <a:close/>
                  <a:moveTo>
                    <a:pt x="5716887" y="3742223"/>
                  </a:moveTo>
                  <a:lnTo>
                    <a:pt x="5716887" y="7090527"/>
                  </a:lnTo>
                  <a:lnTo>
                    <a:pt x="317605" y="7090527"/>
                  </a:lnTo>
                  <a:lnTo>
                    <a:pt x="317605" y="3742223"/>
                  </a:lnTo>
                  <a:lnTo>
                    <a:pt x="5716887" y="3742223"/>
                  </a:lnTo>
                  <a:close/>
                  <a:moveTo>
                    <a:pt x="5716887" y="7287486"/>
                  </a:moveTo>
                  <a:lnTo>
                    <a:pt x="5716887" y="10635790"/>
                  </a:lnTo>
                  <a:lnTo>
                    <a:pt x="317605" y="10635790"/>
                  </a:lnTo>
                  <a:lnTo>
                    <a:pt x="317605" y="7287486"/>
                  </a:lnTo>
                  <a:lnTo>
                    <a:pt x="5716887" y="7287486"/>
                  </a:lnTo>
                  <a:close/>
                  <a:moveTo>
                    <a:pt x="6034491" y="7287486"/>
                  </a:moveTo>
                  <a:lnTo>
                    <a:pt x="11433773" y="7287486"/>
                  </a:lnTo>
                  <a:lnTo>
                    <a:pt x="11433773" y="10635790"/>
                  </a:lnTo>
                  <a:lnTo>
                    <a:pt x="6034491" y="10635790"/>
                  </a:lnTo>
                  <a:lnTo>
                    <a:pt x="6034491" y="7287486"/>
                  </a:lnTo>
                  <a:close/>
                  <a:moveTo>
                    <a:pt x="11751378" y="7287486"/>
                  </a:moveTo>
                  <a:lnTo>
                    <a:pt x="17150660" y="7287486"/>
                  </a:lnTo>
                  <a:lnTo>
                    <a:pt x="17150660" y="10635790"/>
                  </a:lnTo>
                  <a:lnTo>
                    <a:pt x="11751378" y="10635790"/>
                  </a:lnTo>
                  <a:lnTo>
                    <a:pt x="11751378" y="7287486"/>
                  </a:lnTo>
                  <a:close/>
                  <a:moveTo>
                    <a:pt x="11751378" y="7090527"/>
                  </a:moveTo>
                  <a:lnTo>
                    <a:pt x="11751378" y="3742223"/>
                  </a:lnTo>
                  <a:lnTo>
                    <a:pt x="17150660" y="3742223"/>
                  </a:lnTo>
                  <a:lnTo>
                    <a:pt x="17150660" y="7090527"/>
                  </a:lnTo>
                  <a:lnTo>
                    <a:pt x="11751378" y="7090527"/>
                  </a:lnTo>
                  <a:close/>
                  <a:moveTo>
                    <a:pt x="11751378" y="3545263"/>
                  </a:moveTo>
                  <a:lnTo>
                    <a:pt x="11751378" y="196959"/>
                  </a:lnTo>
                  <a:lnTo>
                    <a:pt x="17150660" y="196959"/>
                  </a:lnTo>
                  <a:lnTo>
                    <a:pt x="17150660" y="3545263"/>
                  </a:lnTo>
                  <a:lnTo>
                    <a:pt x="11751378" y="3545263"/>
                  </a:lnTo>
                  <a:close/>
                  <a:moveTo>
                    <a:pt x="317605" y="14181054"/>
                  </a:moveTo>
                  <a:lnTo>
                    <a:pt x="317605" y="10832750"/>
                  </a:lnTo>
                  <a:lnTo>
                    <a:pt x="5716887" y="10832750"/>
                  </a:lnTo>
                  <a:lnTo>
                    <a:pt x="5716887" y="14181054"/>
                  </a:lnTo>
                  <a:lnTo>
                    <a:pt x="317605" y="14181054"/>
                  </a:lnTo>
                  <a:close/>
                  <a:moveTo>
                    <a:pt x="6034491" y="14181054"/>
                  </a:moveTo>
                  <a:lnTo>
                    <a:pt x="6034491" y="10832750"/>
                  </a:lnTo>
                  <a:lnTo>
                    <a:pt x="11433773" y="10832750"/>
                  </a:lnTo>
                  <a:lnTo>
                    <a:pt x="11433773" y="14181054"/>
                  </a:lnTo>
                  <a:lnTo>
                    <a:pt x="6034491" y="14181054"/>
                  </a:lnTo>
                  <a:close/>
                  <a:moveTo>
                    <a:pt x="11751378" y="14181054"/>
                  </a:moveTo>
                  <a:lnTo>
                    <a:pt x="11751378" y="10832750"/>
                  </a:lnTo>
                  <a:lnTo>
                    <a:pt x="17150660" y="10832750"/>
                  </a:lnTo>
                  <a:lnTo>
                    <a:pt x="17150660" y="14181054"/>
                  </a:lnTo>
                  <a:lnTo>
                    <a:pt x="11751378" y="14181054"/>
                  </a:lnTo>
                  <a:close/>
                  <a:moveTo>
                    <a:pt x="22867547" y="14181054"/>
                  </a:moveTo>
                  <a:lnTo>
                    <a:pt x="17468264" y="14181054"/>
                  </a:lnTo>
                  <a:lnTo>
                    <a:pt x="17468264" y="10832750"/>
                  </a:lnTo>
                  <a:lnTo>
                    <a:pt x="22867547" y="10832750"/>
                  </a:lnTo>
                  <a:lnTo>
                    <a:pt x="22867547" y="14181054"/>
                  </a:lnTo>
                  <a:close/>
                  <a:moveTo>
                    <a:pt x="22867547" y="10635790"/>
                  </a:moveTo>
                  <a:lnTo>
                    <a:pt x="17468264" y="10635790"/>
                  </a:lnTo>
                  <a:lnTo>
                    <a:pt x="17468264" y="7287486"/>
                  </a:lnTo>
                  <a:lnTo>
                    <a:pt x="22867547" y="7287486"/>
                  </a:lnTo>
                  <a:lnTo>
                    <a:pt x="22867547" y="10635790"/>
                  </a:lnTo>
                  <a:close/>
                  <a:moveTo>
                    <a:pt x="22867547" y="7090527"/>
                  </a:moveTo>
                  <a:lnTo>
                    <a:pt x="17468264" y="7090527"/>
                  </a:lnTo>
                  <a:lnTo>
                    <a:pt x="17468264" y="3742223"/>
                  </a:lnTo>
                  <a:lnTo>
                    <a:pt x="22867547" y="3742223"/>
                  </a:lnTo>
                  <a:lnTo>
                    <a:pt x="22867547" y="7090527"/>
                  </a:lnTo>
                  <a:close/>
                  <a:moveTo>
                    <a:pt x="22867547" y="3545263"/>
                  </a:moveTo>
                  <a:lnTo>
                    <a:pt x="17468264" y="3545263"/>
                  </a:lnTo>
                  <a:lnTo>
                    <a:pt x="17468264" y="196959"/>
                  </a:lnTo>
                  <a:lnTo>
                    <a:pt x="22867547" y="196959"/>
                  </a:lnTo>
                  <a:lnTo>
                    <a:pt x="22867547" y="3545263"/>
                  </a:lnTo>
                  <a:close/>
                </a:path>
              </a:pathLst>
            </a:custGeom>
            <a:solidFill>
              <a:srgbClr val="FFFFFF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80941" y="885825"/>
            <a:ext cx="8115300" cy="118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sz="6899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Número faltante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0941" y="2293056"/>
            <a:ext cx="14940501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Te dan todos los números enumerados </a:t>
            </a:r>
            <a:r>
              <a:rPr lang="en-US" sz="44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desde el 1 hasta el 𝑛</a:t>
            </a: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excepto uno.</a:t>
            </a:r>
          </a:p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Tu tarea es encontrar el número que falta.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80941" y="5631478"/>
            <a:ext cx="2467374" cy="2642310"/>
            <a:chOff x="0" y="0"/>
            <a:chExt cx="836467" cy="8957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9"/>
                </a:lnSpc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32330" y="5631478"/>
            <a:ext cx="2467374" cy="2642310"/>
            <a:chOff x="0" y="0"/>
            <a:chExt cx="836467" cy="8957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85529" y="5631478"/>
            <a:ext cx="2467374" cy="2642310"/>
            <a:chOff x="0" y="0"/>
            <a:chExt cx="836467" cy="8957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512085" y="5633904"/>
            <a:ext cx="2467374" cy="2642310"/>
            <a:chOff x="0" y="0"/>
            <a:chExt cx="836467" cy="8957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6467" cy="895772"/>
            </a:xfrm>
            <a:custGeom>
              <a:avLst/>
              <a:gdLst/>
              <a:ahLst/>
              <a:cxnLst/>
              <a:rect r="r" b="b" t="t" l="l"/>
              <a:pathLst>
                <a:path h="895772" w="836467">
                  <a:moveTo>
                    <a:pt x="160024" y="0"/>
                  </a:moveTo>
                  <a:lnTo>
                    <a:pt x="676443" y="0"/>
                  </a:lnTo>
                  <a:cubicBezTo>
                    <a:pt x="718884" y="0"/>
                    <a:pt x="759587" y="16860"/>
                    <a:pt x="789597" y="46870"/>
                  </a:cubicBezTo>
                  <a:cubicBezTo>
                    <a:pt x="819607" y="76880"/>
                    <a:pt x="836467" y="117583"/>
                    <a:pt x="836467" y="160024"/>
                  </a:cubicBezTo>
                  <a:lnTo>
                    <a:pt x="836467" y="735749"/>
                  </a:lnTo>
                  <a:cubicBezTo>
                    <a:pt x="836467" y="824127"/>
                    <a:pt x="764822" y="895772"/>
                    <a:pt x="676443" y="895772"/>
                  </a:cubicBezTo>
                  <a:lnTo>
                    <a:pt x="160024" y="895772"/>
                  </a:lnTo>
                  <a:cubicBezTo>
                    <a:pt x="117583" y="895772"/>
                    <a:pt x="76880" y="878913"/>
                    <a:pt x="46870" y="848902"/>
                  </a:cubicBezTo>
                  <a:cubicBezTo>
                    <a:pt x="16860" y="818892"/>
                    <a:pt x="0" y="778189"/>
                    <a:pt x="0" y="735749"/>
                  </a:cubicBezTo>
                  <a:lnTo>
                    <a:pt x="0" y="160024"/>
                  </a:lnTo>
                  <a:cubicBezTo>
                    <a:pt x="0" y="117583"/>
                    <a:pt x="16860" y="76880"/>
                    <a:pt x="46870" y="46870"/>
                  </a:cubicBezTo>
                  <a:cubicBezTo>
                    <a:pt x="76880" y="16860"/>
                    <a:pt x="117583" y="0"/>
                    <a:pt x="160024" y="0"/>
                  </a:cubicBezTo>
                  <a:close/>
                </a:path>
              </a:pathLst>
            </a:custGeom>
            <a:solidFill>
              <a:srgbClr val="8BC2F4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0"/>
              <a:ext cx="836467" cy="1086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3999"/>
                </a:lnSpc>
                <a:spcBef>
                  <a:spcPct val="0"/>
                </a:spcBef>
              </a:pPr>
              <a:r>
                <a:rPr lang="en-US" b="true" sz="9999" strike="noStrike" u="none">
                  <a:solidFill>
                    <a:srgbClr val="000000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16035" y="6128183"/>
            <a:ext cx="13250112" cy="1520825"/>
            <a:chOff x="0" y="0"/>
            <a:chExt cx="17666816" cy="20277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0"/>
              <a:ext cx="1550170" cy="192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+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461564" y="-95250"/>
              <a:ext cx="1550170" cy="192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+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920034" y="-95250"/>
              <a:ext cx="1550170" cy="192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+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3586756" y="-95250"/>
              <a:ext cx="1550170" cy="192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=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5136925" y="-95250"/>
              <a:ext cx="2529891" cy="2123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99"/>
                </a:lnSpc>
              </a:pPr>
              <a:r>
                <a:rPr lang="en-US" sz="9999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11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80941" y="4300404"/>
            <a:ext cx="12598518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9"/>
              </a:lnSpc>
            </a:pPr>
            <a:r>
              <a:rPr lang="en-US" sz="44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Imaginemos que 𝑛 = 5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830026" y="4607357"/>
            <a:ext cx="2825924" cy="4650943"/>
            <a:chOff x="0" y="0"/>
            <a:chExt cx="3767899" cy="620125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318270" y="-95250"/>
              <a:ext cx="3449629" cy="2123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99"/>
                </a:lnSpc>
              </a:pPr>
              <a:r>
                <a:rPr lang="en-US" sz="9999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15 -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318270" y="4159333"/>
              <a:ext cx="2529891" cy="0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4078240"/>
              <a:ext cx="2529891" cy="2123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2999"/>
                </a:lnSpc>
              </a:pPr>
              <a:r>
                <a:rPr lang="en-US" sz="9999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1395" y="7291388"/>
            <a:ext cx="2860358" cy="2392680"/>
            <a:chOff x="0" y="0"/>
            <a:chExt cx="3813810" cy="319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0" y="44450"/>
              <a:ext cx="3719830" cy="3097530"/>
            </a:xfrm>
            <a:custGeom>
              <a:avLst/>
              <a:gdLst/>
              <a:ahLst/>
              <a:cxnLst/>
              <a:rect r="r" b="b" t="t" l="l"/>
              <a:pathLst>
                <a:path h="3097530" w="3719830">
                  <a:moveTo>
                    <a:pt x="1877060" y="134620"/>
                  </a:moveTo>
                  <a:cubicBezTo>
                    <a:pt x="1482090" y="176530"/>
                    <a:pt x="1454150" y="196850"/>
                    <a:pt x="1408430" y="219710"/>
                  </a:cubicBezTo>
                  <a:cubicBezTo>
                    <a:pt x="1355090" y="248920"/>
                    <a:pt x="1296670" y="284480"/>
                    <a:pt x="1239520" y="322580"/>
                  </a:cubicBezTo>
                  <a:cubicBezTo>
                    <a:pt x="1174750" y="365760"/>
                    <a:pt x="1111250" y="410210"/>
                    <a:pt x="1041400" y="468630"/>
                  </a:cubicBezTo>
                  <a:cubicBezTo>
                    <a:pt x="952500" y="542290"/>
                    <a:pt x="840740" y="642620"/>
                    <a:pt x="753110" y="734060"/>
                  </a:cubicBezTo>
                  <a:cubicBezTo>
                    <a:pt x="671830" y="821690"/>
                    <a:pt x="598170" y="913130"/>
                    <a:pt x="530860" y="1004570"/>
                  </a:cubicBezTo>
                  <a:cubicBezTo>
                    <a:pt x="467360" y="1089660"/>
                    <a:pt x="407670" y="1176020"/>
                    <a:pt x="356870" y="1266190"/>
                  </a:cubicBezTo>
                  <a:cubicBezTo>
                    <a:pt x="307340" y="1352550"/>
                    <a:pt x="262890" y="1437640"/>
                    <a:pt x="227330" y="1532890"/>
                  </a:cubicBezTo>
                  <a:cubicBezTo>
                    <a:pt x="190500" y="1634490"/>
                    <a:pt x="158750" y="1753870"/>
                    <a:pt x="139700" y="1858010"/>
                  </a:cubicBezTo>
                  <a:cubicBezTo>
                    <a:pt x="123190" y="1950720"/>
                    <a:pt x="114300" y="2042160"/>
                    <a:pt x="114300" y="2128520"/>
                  </a:cubicBezTo>
                  <a:cubicBezTo>
                    <a:pt x="114300" y="2208530"/>
                    <a:pt x="114300" y="2292350"/>
                    <a:pt x="137160" y="2360930"/>
                  </a:cubicBezTo>
                  <a:cubicBezTo>
                    <a:pt x="156210" y="2423160"/>
                    <a:pt x="194310" y="2472690"/>
                    <a:pt x="232410" y="2526030"/>
                  </a:cubicBezTo>
                  <a:cubicBezTo>
                    <a:pt x="271780" y="2581910"/>
                    <a:pt x="312420" y="2639060"/>
                    <a:pt x="370840" y="2686050"/>
                  </a:cubicBezTo>
                  <a:cubicBezTo>
                    <a:pt x="441960" y="2741930"/>
                    <a:pt x="543560" y="2787650"/>
                    <a:pt x="636270" y="2827020"/>
                  </a:cubicBezTo>
                  <a:cubicBezTo>
                    <a:pt x="732790" y="2866390"/>
                    <a:pt x="838200" y="2899410"/>
                    <a:pt x="941070" y="2922270"/>
                  </a:cubicBezTo>
                  <a:cubicBezTo>
                    <a:pt x="1042670" y="2943860"/>
                    <a:pt x="1146810" y="2952750"/>
                    <a:pt x="1249680" y="2961640"/>
                  </a:cubicBezTo>
                  <a:cubicBezTo>
                    <a:pt x="1351280" y="2971800"/>
                    <a:pt x="1447800" y="2983230"/>
                    <a:pt x="1553210" y="2979420"/>
                  </a:cubicBezTo>
                  <a:cubicBezTo>
                    <a:pt x="1667510" y="2975610"/>
                    <a:pt x="1786890" y="2954020"/>
                    <a:pt x="1913890" y="2929890"/>
                  </a:cubicBezTo>
                  <a:cubicBezTo>
                    <a:pt x="2061210" y="2903220"/>
                    <a:pt x="2269490" y="2852420"/>
                    <a:pt x="2382520" y="2818130"/>
                  </a:cubicBezTo>
                  <a:cubicBezTo>
                    <a:pt x="2449830" y="2797810"/>
                    <a:pt x="2487930" y="2783840"/>
                    <a:pt x="2538730" y="2759710"/>
                  </a:cubicBezTo>
                  <a:cubicBezTo>
                    <a:pt x="2589530" y="2735580"/>
                    <a:pt x="2627630" y="2715260"/>
                    <a:pt x="2688590" y="2670810"/>
                  </a:cubicBezTo>
                  <a:cubicBezTo>
                    <a:pt x="2805430" y="2586990"/>
                    <a:pt x="3037840" y="2399030"/>
                    <a:pt x="3163570" y="2261870"/>
                  </a:cubicBezTo>
                  <a:cubicBezTo>
                    <a:pt x="3266440" y="2150110"/>
                    <a:pt x="3347720" y="2024380"/>
                    <a:pt x="3406140" y="1925320"/>
                  </a:cubicBezTo>
                  <a:cubicBezTo>
                    <a:pt x="3446780" y="1855470"/>
                    <a:pt x="3468370" y="1799590"/>
                    <a:pt x="3495040" y="1733550"/>
                  </a:cubicBezTo>
                  <a:cubicBezTo>
                    <a:pt x="3521710" y="1667510"/>
                    <a:pt x="3550920" y="1596390"/>
                    <a:pt x="3567430" y="1527810"/>
                  </a:cubicBezTo>
                  <a:cubicBezTo>
                    <a:pt x="3583940" y="1463040"/>
                    <a:pt x="3591560" y="1400810"/>
                    <a:pt x="3596640" y="1333500"/>
                  </a:cubicBezTo>
                  <a:cubicBezTo>
                    <a:pt x="3601720" y="1263650"/>
                    <a:pt x="3605530" y="1192530"/>
                    <a:pt x="3597910" y="1116330"/>
                  </a:cubicBezTo>
                  <a:cubicBezTo>
                    <a:pt x="3589020" y="1028700"/>
                    <a:pt x="3563620" y="924560"/>
                    <a:pt x="3542030" y="836930"/>
                  </a:cubicBezTo>
                  <a:cubicBezTo>
                    <a:pt x="3521710" y="758190"/>
                    <a:pt x="3505200" y="684530"/>
                    <a:pt x="3473450" y="615950"/>
                  </a:cubicBezTo>
                  <a:cubicBezTo>
                    <a:pt x="3442970" y="548640"/>
                    <a:pt x="3406140" y="483870"/>
                    <a:pt x="3357880" y="429260"/>
                  </a:cubicBezTo>
                  <a:cubicBezTo>
                    <a:pt x="3309620" y="374650"/>
                    <a:pt x="3255010" y="326390"/>
                    <a:pt x="3182620" y="289560"/>
                  </a:cubicBezTo>
                  <a:cubicBezTo>
                    <a:pt x="3089910" y="243840"/>
                    <a:pt x="2956560" y="219710"/>
                    <a:pt x="2833370" y="199390"/>
                  </a:cubicBezTo>
                  <a:cubicBezTo>
                    <a:pt x="2701290" y="177800"/>
                    <a:pt x="2556510" y="167640"/>
                    <a:pt x="2411730" y="170180"/>
                  </a:cubicBezTo>
                  <a:cubicBezTo>
                    <a:pt x="2259330" y="173990"/>
                    <a:pt x="2115820" y="189230"/>
                    <a:pt x="1940560" y="226060"/>
                  </a:cubicBezTo>
                  <a:cubicBezTo>
                    <a:pt x="1709420" y="274320"/>
                    <a:pt x="1247140" y="453390"/>
                    <a:pt x="1153160" y="466090"/>
                  </a:cubicBezTo>
                  <a:cubicBezTo>
                    <a:pt x="1134110" y="468630"/>
                    <a:pt x="1127760" y="469900"/>
                    <a:pt x="1117600" y="464820"/>
                  </a:cubicBezTo>
                  <a:cubicBezTo>
                    <a:pt x="1103630" y="458470"/>
                    <a:pt x="1085850" y="438150"/>
                    <a:pt x="1082040" y="424180"/>
                  </a:cubicBezTo>
                  <a:cubicBezTo>
                    <a:pt x="1076960" y="412750"/>
                    <a:pt x="1078230" y="398780"/>
                    <a:pt x="1084580" y="388620"/>
                  </a:cubicBezTo>
                  <a:cubicBezTo>
                    <a:pt x="1090930" y="374650"/>
                    <a:pt x="1111250" y="358140"/>
                    <a:pt x="1126490" y="354330"/>
                  </a:cubicBezTo>
                  <a:cubicBezTo>
                    <a:pt x="1141730" y="351790"/>
                    <a:pt x="1165860" y="360680"/>
                    <a:pt x="1177290" y="370840"/>
                  </a:cubicBezTo>
                  <a:cubicBezTo>
                    <a:pt x="1187450" y="378460"/>
                    <a:pt x="1192530" y="392430"/>
                    <a:pt x="1193800" y="403860"/>
                  </a:cubicBezTo>
                  <a:cubicBezTo>
                    <a:pt x="1195070" y="415290"/>
                    <a:pt x="1193800" y="429260"/>
                    <a:pt x="1186180" y="439420"/>
                  </a:cubicBezTo>
                  <a:cubicBezTo>
                    <a:pt x="1178560" y="450850"/>
                    <a:pt x="1155700" y="464820"/>
                    <a:pt x="1141730" y="467360"/>
                  </a:cubicBezTo>
                  <a:cubicBezTo>
                    <a:pt x="1129030" y="469900"/>
                    <a:pt x="1115060" y="464820"/>
                    <a:pt x="1106170" y="458470"/>
                  </a:cubicBezTo>
                  <a:cubicBezTo>
                    <a:pt x="1096010" y="452120"/>
                    <a:pt x="1087120" y="440690"/>
                    <a:pt x="1083310" y="430530"/>
                  </a:cubicBezTo>
                  <a:cubicBezTo>
                    <a:pt x="1079500" y="419100"/>
                    <a:pt x="1078230" y="405130"/>
                    <a:pt x="1082040" y="393700"/>
                  </a:cubicBezTo>
                  <a:cubicBezTo>
                    <a:pt x="1088390" y="379730"/>
                    <a:pt x="1096010" y="370840"/>
                    <a:pt x="1120140" y="355600"/>
                  </a:cubicBezTo>
                  <a:cubicBezTo>
                    <a:pt x="1214120" y="299720"/>
                    <a:pt x="1689100" y="161290"/>
                    <a:pt x="1926590" y="113030"/>
                  </a:cubicBezTo>
                  <a:cubicBezTo>
                    <a:pt x="2109470" y="74930"/>
                    <a:pt x="2259330" y="59690"/>
                    <a:pt x="2420620" y="57150"/>
                  </a:cubicBezTo>
                  <a:cubicBezTo>
                    <a:pt x="2571750" y="53340"/>
                    <a:pt x="2721610" y="64770"/>
                    <a:pt x="2863850" y="90170"/>
                  </a:cubicBezTo>
                  <a:cubicBezTo>
                    <a:pt x="2998470" y="113030"/>
                    <a:pt x="3147060" y="144780"/>
                    <a:pt x="3251200" y="199390"/>
                  </a:cubicBezTo>
                  <a:cubicBezTo>
                    <a:pt x="3335020" y="243840"/>
                    <a:pt x="3398520" y="303530"/>
                    <a:pt x="3454400" y="368300"/>
                  </a:cubicBezTo>
                  <a:cubicBezTo>
                    <a:pt x="3509010" y="430530"/>
                    <a:pt x="3549650" y="506730"/>
                    <a:pt x="3582670" y="581660"/>
                  </a:cubicBezTo>
                  <a:cubicBezTo>
                    <a:pt x="3615690" y="655320"/>
                    <a:pt x="3633470" y="731520"/>
                    <a:pt x="3653790" y="815340"/>
                  </a:cubicBezTo>
                  <a:cubicBezTo>
                    <a:pt x="3677920" y="908050"/>
                    <a:pt x="3703320" y="1022350"/>
                    <a:pt x="3712210" y="1117600"/>
                  </a:cubicBezTo>
                  <a:cubicBezTo>
                    <a:pt x="3719830" y="1200150"/>
                    <a:pt x="3716020" y="1275080"/>
                    <a:pt x="3709670" y="1350010"/>
                  </a:cubicBezTo>
                  <a:cubicBezTo>
                    <a:pt x="3703320" y="1423670"/>
                    <a:pt x="3693160" y="1494790"/>
                    <a:pt x="3675380" y="1565910"/>
                  </a:cubicBezTo>
                  <a:cubicBezTo>
                    <a:pt x="3656330" y="1638300"/>
                    <a:pt x="3628390" y="1711960"/>
                    <a:pt x="3599180" y="1783080"/>
                  </a:cubicBezTo>
                  <a:cubicBezTo>
                    <a:pt x="3568700" y="1854200"/>
                    <a:pt x="3545840" y="1915160"/>
                    <a:pt x="3500120" y="1991360"/>
                  </a:cubicBezTo>
                  <a:cubicBezTo>
                    <a:pt x="3436620" y="2096770"/>
                    <a:pt x="3346450" y="2231390"/>
                    <a:pt x="3237230" y="2349500"/>
                  </a:cubicBezTo>
                  <a:cubicBezTo>
                    <a:pt x="3105150" y="2491740"/>
                    <a:pt x="2871470" y="2680970"/>
                    <a:pt x="2747010" y="2768600"/>
                  </a:cubicBezTo>
                  <a:cubicBezTo>
                    <a:pt x="2678430" y="2816860"/>
                    <a:pt x="2635250" y="2840990"/>
                    <a:pt x="2578100" y="2867660"/>
                  </a:cubicBezTo>
                  <a:cubicBezTo>
                    <a:pt x="2523490" y="2893060"/>
                    <a:pt x="2482850" y="2907030"/>
                    <a:pt x="2413000" y="2928620"/>
                  </a:cubicBezTo>
                  <a:cubicBezTo>
                    <a:pt x="2294890" y="2964180"/>
                    <a:pt x="2081530" y="3014980"/>
                    <a:pt x="1929130" y="3044190"/>
                  </a:cubicBezTo>
                  <a:cubicBezTo>
                    <a:pt x="1794510" y="3068320"/>
                    <a:pt x="1667510" y="3089910"/>
                    <a:pt x="1546860" y="3093720"/>
                  </a:cubicBezTo>
                  <a:cubicBezTo>
                    <a:pt x="1437640" y="3097530"/>
                    <a:pt x="1339850" y="3086100"/>
                    <a:pt x="1234440" y="3075940"/>
                  </a:cubicBezTo>
                  <a:cubicBezTo>
                    <a:pt x="1126490" y="3064510"/>
                    <a:pt x="1014730" y="3055620"/>
                    <a:pt x="906780" y="3031490"/>
                  </a:cubicBezTo>
                  <a:cubicBezTo>
                    <a:pt x="797560" y="3006090"/>
                    <a:pt x="685800" y="2971800"/>
                    <a:pt x="581660" y="2927350"/>
                  </a:cubicBezTo>
                  <a:cubicBezTo>
                    <a:pt x="478790" y="2882900"/>
                    <a:pt x="364490" y="2827020"/>
                    <a:pt x="285750" y="2762250"/>
                  </a:cubicBezTo>
                  <a:cubicBezTo>
                    <a:pt x="220980" y="2708910"/>
                    <a:pt x="175260" y="2646680"/>
                    <a:pt x="132080" y="2581910"/>
                  </a:cubicBezTo>
                  <a:cubicBezTo>
                    <a:pt x="88900" y="2517140"/>
                    <a:pt x="45720" y="2451100"/>
                    <a:pt x="24130" y="2376170"/>
                  </a:cubicBezTo>
                  <a:cubicBezTo>
                    <a:pt x="0" y="2297430"/>
                    <a:pt x="0" y="2205990"/>
                    <a:pt x="0" y="2117090"/>
                  </a:cubicBezTo>
                  <a:cubicBezTo>
                    <a:pt x="0" y="2024380"/>
                    <a:pt x="10160" y="1927860"/>
                    <a:pt x="29210" y="1827530"/>
                  </a:cubicBezTo>
                  <a:cubicBezTo>
                    <a:pt x="49530" y="1717040"/>
                    <a:pt x="82550" y="1590040"/>
                    <a:pt x="123190" y="1482090"/>
                  </a:cubicBezTo>
                  <a:cubicBezTo>
                    <a:pt x="161290" y="1381760"/>
                    <a:pt x="207010" y="1292860"/>
                    <a:pt x="260350" y="1201420"/>
                  </a:cubicBezTo>
                  <a:cubicBezTo>
                    <a:pt x="312420" y="1107440"/>
                    <a:pt x="373380" y="1018540"/>
                    <a:pt x="440690" y="929640"/>
                  </a:cubicBezTo>
                  <a:cubicBezTo>
                    <a:pt x="510540" y="834390"/>
                    <a:pt x="588010" y="737870"/>
                    <a:pt x="673100" y="647700"/>
                  </a:cubicBezTo>
                  <a:cubicBezTo>
                    <a:pt x="763270" y="552450"/>
                    <a:pt x="878840" y="448310"/>
                    <a:pt x="970280" y="372110"/>
                  </a:cubicBezTo>
                  <a:cubicBezTo>
                    <a:pt x="1042670" y="311150"/>
                    <a:pt x="1107440" y="265430"/>
                    <a:pt x="1174750" y="218440"/>
                  </a:cubicBezTo>
                  <a:cubicBezTo>
                    <a:pt x="1236980" y="176530"/>
                    <a:pt x="1297940" y="138430"/>
                    <a:pt x="1357630" y="106680"/>
                  </a:cubicBezTo>
                  <a:cubicBezTo>
                    <a:pt x="1412240" y="77470"/>
                    <a:pt x="1456690" y="52070"/>
                    <a:pt x="1517650" y="35560"/>
                  </a:cubicBezTo>
                  <a:cubicBezTo>
                    <a:pt x="1591310" y="15240"/>
                    <a:pt x="1704340" y="8890"/>
                    <a:pt x="1772920" y="6350"/>
                  </a:cubicBezTo>
                  <a:cubicBezTo>
                    <a:pt x="1819910" y="3810"/>
                    <a:pt x="1864360" y="0"/>
                    <a:pt x="1892300" y="8890"/>
                  </a:cubicBezTo>
                  <a:cubicBezTo>
                    <a:pt x="1908810" y="13970"/>
                    <a:pt x="1921510" y="22860"/>
                    <a:pt x="1929130" y="34290"/>
                  </a:cubicBezTo>
                  <a:cubicBezTo>
                    <a:pt x="1936750" y="45720"/>
                    <a:pt x="1941830" y="64770"/>
                    <a:pt x="1940560" y="78740"/>
                  </a:cubicBezTo>
                  <a:cubicBezTo>
                    <a:pt x="1938020" y="92710"/>
                    <a:pt x="1929130" y="109220"/>
                    <a:pt x="1918970" y="118110"/>
                  </a:cubicBezTo>
                  <a:cubicBezTo>
                    <a:pt x="1908810" y="128270"/>
                    <a:pt x="1877060" y="134620"/>
                    <a:pt x="1877060" y="134620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7339" y="2002226"/>
            <a:ext cx="13883825" cy="2876838"/>
            <a:chOff x="0" y="0"/>
            <a:chExt cx="3356303" cy="695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56303" cy="695452"/>
            </a:xfrm>
            <a:custGeom>
              <a:avLst/>
              <a:gdLst/>
              <a:ahLst/>
              <a:cxnLst/>
              <a:rect r="r" b="b" t="t" l="l"/>
              <a:pathLst>
                <a:path h="695452" w="3356303">
                  <a:moveTo>
                    <a:pt x="28439" y="0"/>
                  </a:moveTo>
                  <a:lnTo>
                    <a:pt x="3327864" y="0"/>
                  </a:lnTo>
                  <a:cubicBezTo>
                    <a:pt x="3335406" y="0"/>
                    <a:pt x="3342640" y="2996"/>
                    <a:pt x="3347974" y="8330"/>
                  </a:cubicBezTo>
                  <a:cubicBezTo>
                    <a:pt x="3353307" y="13663"/>
                    <a:pt x="3356303" y="20896"/>
                    <a:pt x="3356303" y="28439"/>
                  </a:cubicBezTo>
                  <a:lnTo>
                    <a:pt x="3356303" y="667014"/>
                  </a:lnTo>
                  <a:cubicBezTo>
                    <a:pt x="3356303" y="674556"/>
                    <a:pt x="3353307" y="681790"/>
                    <a:pt x="3347974" y="687123"/>
                  </a:cubicBezTo>
                  <a:cubicBezTo>
                    <a:pt x="3342640" y="692456"/>
                    <a:pt x="3335406" y="695452"/>
                    <a:pt x="3327864" y="695452"/>
                  </a:cubicBezTo>
                  <a:lnTo>
                    <a:pt x="28439" y="695452"/>
                  </a:lnTo>
                  <a:cubicBezTo>
                    <a:pt x="12732" y="695452"/>
                    <a:pt x="0" y="682720"/>
                    <a:pt x="0" y="667014"/>
                  </a:cubicBezTo>
                  <a:lnTo>
                    <a:pt x="0" y="28439"/>
                  </a:lnTo>
                  <a:cubicBezTo>
                    <a:pt x="0" y="20896"/>
                    <a:pt x="2996" y="13663"/>
                    <a:pt x="8330" y="8330"/>
                  </a:cubicBezTo>
                  <a:cubicBezTo>
                    <a:pt x="13663" y="2996"/>
                    <a:pt x="20896" y="0"/>
                    <a:pt x="28439" y="0"/>
                  </a:cubicBezTo>
                  <a:close/>
                </a:path>
              </a:pathLst>
            </a:custGeom>
            <a:solidFill>
              <a:srgbClr val="8BC2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56303" cy="73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2102" y="5421794"/>
            <a:ext cx="7649922" cy="4239094"/>
            <a:chOff x="0" y="0"/>
            <a:chExt cx="1849307" cy="1024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9307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9307">
                  <a:moveTo>
                    <a:pt x="51613" y="0"/>
                  </a:moveTo>
                  <a:lnTo>
                    <a:pt x="1797694" y="0"/>
                  </a:lnTo>
                  <a:cubicBezTo>
                    <a:pt x="1826199" y="0"/>
                    <a:pt x="1849307" y="23108"/>
                    <a:pt x="1849307" y="51613"/>
                  </a:cubicBezTo>
                  <a:lnTo>
                    <a:pt x="1849307" y="973153"/>
                  </a:lnTo>
                  <a:cubicBezTo>
                    <a:pt x="1849307" y="986842"/>
                    <a:pt x="1843869" y="999970"/>
                    <a:pt x="1834190" y="1009650"/>
                  </a:cubicBezTo>
                  <a:cubicBezTo>
                    <a:pt x="1824511" y="1019329"/>
                    <a:pt x="1811382" y="1024767"/>
                    <a:pt x="1797694" y="1024767"/>
                  </a:cubicBezTo>
                  <a:lnTo>
                    <a:pt x="51613" y="1024767"/>
                  </a:lnTo>
                  <a:cubicBezTo>
                    <a:pt x="23108" y="1024767"/>
                    <a:pt x="0" y="1001659"/>
                    <a:pt x="0" y="973153"/>
                  </a:cubicBezTo>
                  <a:lnTo>
                    <a:pt x="0" y="51613"/>
                  </a:lnTo>
                  <a:cubicBezTo>
                    <a:pt x="0" y="37925"/>
                    <a:pt x="5438" y="24797"/>
                    <a:pt x="15117" y="15117"/>
                  </a:cubicBezTo>
                  <a:cubicBezTo>
                    <a:pt x="24797" y="5438"/>
                    <a:pt x="37925" y="0"/>
                    <a:pt x="51613" y="0"/>
                  </a:cubicBezTo>
                  <a:close/>
                </a:path>
              </a:pathLst>
            </a:custGeom>
            <a:solidFill>
              <a:srgbClr val="8BC2F4">
                <a:alpha val="4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49307" cy="1062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false" rot="0">
            <a:off x="7866019" y="2709121"/>
            <a:ext cx="12968852" cy="7577879"/>
          </a:xfrm>
          <a:custGeom>
            <a:avLst/>
            <a:gdLst/>
            <a:ahLst/>
            <a:cxnLst/>
            <a:rect r="r" b="b" t="t" l="l"/>
            <a:pathLst>
              <a:path h="7577879" w="12968852">
                <a:moveTo>
                  <a:pt x="12968851" y="0"/>
                </a:moveTo>
                <a:lnTo>
                  <a:pt x="0" y="0"/>
                </a:lnTo>
                <a:lnTo>
                  <a:pt x="0" y="7577879"/>
                </a:lnTo>
                <a:lnTo>
                  <a:pt x="12968851" y="7577879"/>
                </a:lnTo>
                <a:lnTo>
                  <a:pt x="12968851" y="0"/>
                </a:lnTo>
                <a:close/>
              </a:path>
            </a:pathLst>
          </a:custGeom>
          <a:blipFill>
            <a:blip r:embed="rId3"/>
            <a:stretch>
              <a:fillRect l="-3606" t="0" r="-360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84947" y="2357287"/>
            <a:ext cx="15748610" cy="232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3"/>
              </a:lnSpc>
            </a:pPr>
            <a:r>
              <a:rPr lang="en-US" sz="1634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divisibilidad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6735" y="5965515"/>
            <a:ext cx="6760656" cy="322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  <a:spcBef>
                <a:spcPct val="0"/>
              </a:spcBef>
            </a:pPr>
            <a:r>
              <a:rPr lang="en-US" b="true" sz="502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La divisibilidad es una propiedad matemática que indica si un número se puede dividir entre otro sin dejar residuo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164489" y="2176775"/>
            <a:ext cx="11474583" cy="73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6081" indent="-498040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Sean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y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b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números </a:t>
            </a:r>
            <a:r>
              <a:rPr lang="en-US" sz="4613" u="sng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enteros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(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diferente de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0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).</a:t>
            </a:r>
          </a:p>
          <a:p>
            <a:pPr algn="l" marL="996081" indent="-498040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Decimos que «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divisor de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b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» si existe un </a:t>
            </a:r>
            <a:r>
              <a:rPr lang="en-US" sz="4613" u="sng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entero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k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tal que: 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 </a:t>
            </a:r>
            <a:r>
              <a:rPr lang="en-US" b="true" sz="4613">
                <a:solidFill>
                  <a:srgbClr val="FA3A2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k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= b</a:t>
            </a:r>
          </a:p>
          <a:p>
            <a:pPr algn="l" marL="996081" indent="-498040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Se representa como: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a | b</a:t>
            </a:r>
          </a:p>
          <a:p>
            <a:pPr algn="l" marL="996081" indent="-498040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Ejemplos:</a:t>
            </a:r>
          </a:p>
          <a:p>
            <a:pPr algn="l" marL="1992162" indent="-664054" lvl="2">
              <a:lnSpc>
                <a:spcPts val="6459"/>
              </a:lnSpc>
              <a:buFont typeface="Arial"/>
              <a:buChar char="⚬"/>
            </a:pP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−5 | 15,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porque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-5 </a:t>
            </a:r>
            <a:r>
              <a:rPr lang="en-US" b="true" sz="4613">
                <a:solidFill>
                  <a:srgbClr val="FA3A2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-3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= 15 </a:t>
            </a:r>
          </a:p>
          <a:p>
            <a:pPr algn="l" marL="1992162" indent="-664054" lvl="2">
              <a:lnSpc>
                <a:spcPts val="6459"/>
              </a:lnSpc>
              <a:buFont typeface="Arial"/>
              <a:buChar char="⚬"/>
            </a:pP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 | −13,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porque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 </a:t>
            </a:r>
            <a:r>
              <a:rPr lang="en-US" b="true" sz="4613">
                <a:solidFill>
                  <a:srgbClr val="FA3A2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-13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= -13</a:t>
            </a:r>
          </a:p>
          <a:p>
            <a:pPr algn="l" marL="1992162" indent="-664054" lvl="2">
              <a:lnSpc>
                <a:spcPts val="6459"/>
              </a:lnSpc>
              <a:buFont typeface="Arial"/>
              <a:buChar char="⚬"/>
            </a:pP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8 | 0,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porque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8 </a:t>
            </a:r>
            <a:r>
              <a:rPr lang="en-US" b="true" sz="4613">
                <a:solidFill>
                  <a:srgbClr val="FA3A2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0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= 0 </a:t>
            </a:r>
          </a:p>
          <a:p>
            <a:pPr algn="l" marL="1992162" indent="-664054" lvl="2">
              <a:lnSpc>
                <a:spcPts val="6459"/>
              </a:lnSpc>
              <a:buFont typeface="Arial"/>
              <a:buChar char="⚬"/>
            </a:pP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4 | 36,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porque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4 </a:t>
            </a:r>
            <a:r>
              <a:rPr lang="en-US" b="true" sz="4613">
                <a:solidFill>
                  <a:srgbClr val="FA3A2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9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= 36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43710" y="439074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Divisibilidad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173337" y="412621"/>
            <a:ext cx="7456888" cy="1420679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33" y="5618962"/>
            <a:ext cx="7560696" cy="3159414"/>
            <a:chOff x="0" y="0"/>
            <a:chExt cx="10080929" cy="421255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6402316" y="3190875"/>
              <a:ext cx="2243159" cy="102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9"/>
                </a:lnSpc>
              </a:pPr>
              <a:r>
                <a:rPr lang="en-US" sz="4613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O(N)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0080929" cy="431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9"/>
                </a:lnSpc>
              </a:pPr>
              <a:r>
                <a:rPr lang="en-US" sz="4613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Desventaja: 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Si el número es muy grande, el programa nos puede dar </a:t>
              </a:r>
              <a:r>
                <a:rPr lang="en-US" sz="4613" b="true">
                  <a:solidFill>
                    <a:srgbClr val="FFAABA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Time Limit Exceeded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 por tener una complejidad algorítmica: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03935" y="915130"/>
            <a:ext cx="9490107" cy="9290477"/>
          </a:xfrm>
          <a:custGeom>
            <a:avLst/>
            <a:gdLst/>
            <a:ahLst/>
            <a:cxnLst/>
            <a:rect r="r" b="b" t="t" l="l"/>
            <a:pathLst>
              <a:path h="9290477" w="9490107">
                <a:moveTo>
                  <a:pt x="0" y="0"/>
                </a:moveTo>
                <a:lnTo>
                  <a:pt x="9490106" y="0"/>
                </a:lnTo>
                <a:lnTo>
                  <a:pt x="9490106" y="9290477"/>
                </a:lnTo>
                <a:lnTo>
                  <a:pt x="0" y="9290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5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divisores de un entero 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69033" y="2237587"/>
            <a:ext cx="7560696" cy="244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1º Forma: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Iterar todos los números del 1 al N y verificar cuál de ellos es divisor de este número.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1157" y="1057275"/>
            <a:ext cx="8800929" cy="9258300"/>
          </a:xfrm>
          <a:custGeom>
            <a:avLst/>
            <a:gdLst/>
            <a:ahLst/>
            <a:cxnLst/>
            <a:rect r="r" b="b" t="t" l="l"/>
            <a:pathLst>
              <a:path h="9258300" w="8800929">
                <a:moveTo>
                  <a:pt x="0" y="0"/>
                </a:moveTo>
                <a:lnTo>
                  <a:pt x="8800929" y="0"/>
                </a:lnTo>
                <a:lnTo>
                  <a:pt x="880092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divisores de un entero 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9033" y="2237587"/>
            <a:ext cx="7560696" cy="244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2º Forma (Optimizada):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Iterar todos los números del 1 al √N y verificar cuál de ellos es divisor de este número.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69033" y="5514187"/>
            <a:ext cx="7560696" cy="326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La complejidad de nuestro algoritmo pasa a ser:</a:t>
            </a:r>
          </a:p>
          <a:p>
            <a:pPr algn="l">
              <a:lnSpc>
                <a:spcPts val="6459"/>
              </a:lnSpc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Lo que nos permitirá analizar números más grandes.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6482" y="6142837"/>
            <a:ext cx="2297194" cy="99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>
                <a:solidFill>
                  <a:srgbClr val="FFFFFF"/>
                </a:solidFill>
                <a:latin typeface="Araboto-Bold"/>
                <a:ea typeface="Araboto-Bold"/>
                <a:cs typeface="Araboto-Bold"/>
                <a:sym typeface="Araboto-Bold"/>
              </a:rPr>
              <a:t>O(√N)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2102" y="2002226"/>
            <a:ext cx="15443796" cy="2876838"/>
            <a:chOff x="0" y="0"/>
            <a:chExt cx="3733413" cy="695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3414" cy="695452"/>
            </a:xfrm>
            <a:custGeom>
              <a:avLst/>
              <a:gdLst/>
              <a:ahLst/>
              <a:cxnLst/>
              <a:rect r="r" b="b" t="t" l="l"/>
              <a:pathLst>
                <a:path h="695452" w="3733414">
                  <a:moveTo>
                    <a:pt x="25566" y="0"/>
                  </a:moveTo>
                  <a:lnTo>
                    <a:pt x="3707847" y="0"/>
                  </a:lnTo>
                  <a:cubicBezTo>
                    <a:pt x="3721967" y="0"/>
                    <a:pt x="3733414" y="11446"/>
                    <a:pt x="3733414" y="25566"/>
                  </a:cubicBezTo>
                  <a:lnTo>
                    <a:pt x="3733414" y="669886"/>
                  </a:lnTo>
                  <a:cubicBezTo>
                    <a:pt x="3733414" y="684006"/>
                    <a:pt x="3721967" y="695452"/>
                    <a:pt x="3707847" y="695452"/>
                  </a:cubicBezTo>
                  <a:lnTo>
                    <a:pt x="25566" y="695452"/>
                  </a:lnTo>
                  <a:cubicBezTo>
                    <a:pt x="11446" y="695452"/>
                    <a:pt x="0" y="684006"/>
                    <a:pt x="0" y="669886"/>
                  </a:cubicBezTo>
                  <a:lnTo>
                    <a:pt x="0" y="25566"/>
                  </a:lnTo>
                  <a:cubicBezTo>
                    <a:pt x="0" y="11446"/>
                    <a:pt x="11446" y="0"/>
                    <a:pt x="25566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33413" cy="73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8777348" y="4127814"/>
            <a:ext cx="9660609" cy="6159186"/>
          </a:xfrm>
          <a:custGeom>
            <a:avLst/>
            <a:gdLst/>
            <a:ahLst/>
            <a:cxnLst/>
            <a:rect r="r" b="b" t="t" l="l"/>
            <a:pathLst>
              <a:path h="6159186" w="9660609">
                <a:moveTo>
                  <a:pt x="9660609" y="0"/>
                </a:moveTo>
                <a:lnTo>
                  <a:pt x="0" y="0"/>
                </a:lnTo>
                <a:lnTo>
                  <a:pt x="0" y="6159186"/>
                </a:lnTo>
                <a:lnTo>
                  <a:pt x="9660609" y="6159186"/>
                </a:lnTo>
                <a:lnTo>
                  <a:pt x="9660609" y="0"/>
                </a:lnTo>
                <a:close/>
              </a:path>
            </a:pathLst>
          </a:custGeom>
          <a:blipFill>
            <a:blip r:embed="rId3"/>
            <a:stretch>
              <a:fillRect l="-9630" t="0" r="-7352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22102" y="5421794"/>
            <a:ext cx="7649922" cy="4239094"/>
            <a:chOff x="0" y="0"/>
            <a:chExt cx="1849307" cy="1024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9307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9307">
                  <a:moveTo>
                    <a:pt x="51613" y="0"/>
                  </a:moveTo>
                  <a:lnTo>
                    <a:pt x="1797694" y="0"/>
                  </a:lnTo>
                  <a:cubicBezTo>
                    <a:pt x="1826199" y="0"/>
                    <a:pt x="1849307" y="23108"/>
                    <a:pt x="1849307" y="51613"/>
                  </a:cubicBezTo>
                  <a:lnTo>
                    <a:pt x="1849307" y="973153"/>
                  </a:lnTo>
                  <a:cubicBezTo>
                    <a:pt x="1849307" y="986842"/>
                    <a:pt x="1843869" y="999970"/>
                    <a:pt x="1834190" y="1009650"/>
                  </a:cubicBezTo>
                  <a:cubicBezTo>
                    <a:pt x="1824511" y="1019329"/>
                    <a:pt x="1811382" y="1024767"/>
                    <a:pt x="1797694" y="1024767"/>
                  </a:cubicBezTo>
                  <a:lnTo>
                    <a:pt x="51613" y="1024767"/>
                  </a:lnTo>
                  <a:cubicBezTo>
                    <a:pt x="23108" y="1024767"/>
                    <a:pt x="0" y="1001659"/>
                    <a:pt x="0" y="973153"/>
                  </a:cubicBezTo>
                  <a:lnTo>
                    <a:pt x="0" y="51613"/>
                  </a:lnTo>
                  <a:cubicBezTo>
                    <a:pt x="0" y="37925"/>
                    <a:pt x="5438" y="24797"/>
                    <a:pt x="15117" y="15117"/>
                  </a:cubicBezTo>
                  <a:cubicBezTo>
                    <a:pt x="24797" y="5438"/>
                    <a:pt x="37925" y="0"/>
                    <a:pt x="51613" y="0"/>
                  </a:cubicBezTo>
                  <a:close/>
                </a:path>
              </a:pathLst>
            </a:custGeom>
            <a:solidFill>
              <a:srgbClr val="FFDE59">
                <a:alpha val="4588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49307" cy="1062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4947" y="2357287"/>
            <a:ext cx="17518106" cy="232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3"/>
              </a:lnSpc>
            </a:pPr>
            <a:r>
              <a:rPr lang="en-US" sz="1634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6735" y="6122116"/>
            <a:ext cx="6760656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b="true" sz="45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Una función es un bloque de código reutilizable. Comúnmente recibe una entrada (parámetros), realiza un cálculo con ellos, y produce una salida.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1387" y="3859219"/>
            <a:ext cx="15581273" cy="4121164"/>
            <a:chOff x="0" y="0"/>
            <a:chExt cx="4103710" cy="1085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3710" cy="1085409"/>
            </a:xfrm>
            <a:custGeom>
              <a:avLst/>
              <a:gdLst/>
              <a:ahLst/>
              <a:cxnLst/>
              <a:rect r="r" b="b" t="t" l="l"/>
              <a:pathLst>
                <a:path h="1085409" w="4103710">
                  <a:moveTo>
                    <a:pt x="7950" y="0"/>
                  </a:moveTo>
                  <a:lnTo>
                    <a:pt x="4095760" y="0"/>
                  </a:lnTo>
                  <a:cubicBezTo>
                    <a:pt x="4097868" y="0"/>
                    <a:pt x="4099890" y="838"/>
                    <a:pt x="4101381" y="2328"/>
                  </a:cubicBezTo>
                  <a:cubicBezTo>
                    <a:pt x="4102872" y="3819"/>
                    <a:pt x="4103710" y="5842"/>
                    <a:pt x="4103710" y="7950"/>
                  </a:cubicBezTo>
                  <a:lnTo>
                    <a:pt x="4103710" y="1077459"/>
                  </a:lnTo>
                  <a:cubicBezTo>
                    <a:pt x="4103710" y="1079568"/>
                    <a:pt x="4102872" y="1081590"/>
                    <a:pt x="4101381" y="1083081"/>
                  </a:cubicBezTo>
                  <a:cubicBezTo>
                    <a:pt x="4099890" y="1084572"/>
                    <a:pt x="4097868" y="1085409"/>
                    <a:pt x="4095760" y="1085409"/>
                  </a:cubicBezTo>
                  <a:lnTo>
                    <a:pt x="7950" y="1085409"/>
                  </a:lnTo>
                  <a:cubicBezTo>
                    <a:pt x="5842" y="1085409"/>
                    <a:pt x="3819" y="1084572"/>
                    <a:pt x="2328" y="1083081"/>
                  </a:cubicBezTo>
                  <a:cubicBezTo>
                    <a:pt x="838" y="1081590"/>
                    <a:pt x="0" y="1079568"/>
                    <a:pt x="0" y="1077459"/>
                  </a:cubicBezTo>
                  <a:lnTo>
                    <a:pt x="0" y="7950"/>
                  </a:lnTo>
                  <a:cubicBezTo>
                    <a:pt x="0" y="5842"/>
                    <a:pt x="838" y="3819"/>
                    <a:pt x="2328" y="2328"/>
                  </a:cubicBezTo>
                  <a:cubicBezTo>
                    <a:pt x="3819" y="838"/>
                    <a:pt x="5842" y="0"/>
                    <a:pt x="7950" y="0"/>
                  </a:cubicBezTo>
                  <a:close/>
                </a:path>
              </a:pathLst>
            </a:custGeom>
            <a:solidFill>
              <a:srgbClr val="16181B"/>
            </a:solidFill>
            <a:ln w="76200" cap="sq">
              <a:solidFill>
                <a:srgbClr val="16181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3710" cy="11235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85929" y="1055153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15556" y="1028700"/>
            <a:ext cx="7456888" cy="1420679"/>
            <a:chOff x="0" y="0"/>
            <a:chExt cx="1963954" cy="374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17242" y="4418026"/>
            <a:ext cx="14409479" cy="286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tipoDeDato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FFDE59"/>
                </a:solidFill>
                <a:latin typeface="Consolas"/>
                <a:ea typeface="Consolas"/>
                <a:cs typeface="Consolas"/>
                <a:sym typeface="Consolas"/>
              </a:rPr>
              <a:t>nombreFuncion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tipoDeDato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parametro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3999">
                <a:solidFill>
                  <a:srgbClr val="656E79"/>
                </a:solidFill>
                <a:latin typeface="Consolas"/>
                <a:ea typeface="Consolas"/>
                <a:cs typeface="Consolas"/>
                <a:sym typeface="Consolas"/>
              </a:rPr>
              <a:t>// cálculo entre los parámetros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dato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9669" y="1811839"/>
            <a:ext cx="4433888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El tipo de dato del 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valor de retorno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-5549292">
            <a:off x="696186" y="3558399"/>
            <a:ext cx="1652209" cy="919041"/>
          </a:xfrm>
          <a:custGeom>
            <a:avLst/>
            <a:gdLst/>
            <a:ahLst/>
            <a:cxnLst/>
            <a:rect r="r" b="b" t="t" l="l"/>
            <a:pathLst>
              <a:path h="919041" w="1652209">
                <a:moveTo>
                  <a:pt x="1652209" y="0"/>
                </a:moveTo>
                <a:lnTo>
                  <a:pt x="0" y="0"/>
                </a:lnTo>
                <a:lnTo>
                  <a:pt x="0" y="919041"/>
                </a:lnTo>
                <a:lnTo>
                  <a:pt x="1652209" y="919041"/>
                </a:lnTo>
                <a:lnTo>
                  <a:pt x="16522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59407" y="8382413"/>
            <a:ext cx="7588300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El resultado de realizar un cálculo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con los parámetros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6239173">
            <a:off x="5087674" y="7031134"/>
            <a:ext cx="1793797" cy="997799"/>
          </a:xfrm>
          <a:custGeom>
            <a:avLst/>
            <a:gdLst/>
            <a:ahLst/>
            <a:cxnLst/>
            <a:rect r="r" b="b" t="t" l="l"/>
            <a:pathLst>
              <a:path h="997799" w="1793797">
                <a:moveTo>
                  <a:pt x="1793796" y="0"/>
                </a:moveTo>
                <a:lnTo>
                  <a:pt x="0" y="0"/>
                </a:lnTo>
                <a:lnTo>
                  <a:pt x="0" y="997799"/>
                </a:lnTo>
                <a:lnTo>
                  <a:pt x="1793796" y="997799"/>
                </a:lnTo>
                <a:lnTo>
                  <a:pt x="1793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970990" y="6935883"/>
            <a:ext cx="5288310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valor que usaremos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para hallar un resultado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6239173">
            <a:off x="13718247" y="5635487"/>
            <a:ext cx="1793797" cy="997799"/>
          </a:xfrm>
          <a:custGeom>
            <a:avLst/>
            <a:gdLst/>
            <a:ahLst/>
            <a:cxnLst/>
            <a:rect r="r" b="b" t="t" l="l"/>
            <a:pathLst>
              <a:path h="997799" w="1793797">
                <a:moveTo>
                  <a:pt x="1793796" y="0"/>
                </a:moveTo>
                <a:lnTo>
                  <a:pt x="0" y="0"/>
                </a:lnTo>
                <a:lnTo>
                  <a:pt x="0" y="997800"/>
                </a:lnTo>
                <a:lnTo>
                  <a:pt x="1793796" y="997800"/>
                </a:lnTo>
                <a:lnTo>
                  <a:pt x="1793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H="true" flipV="true">
            <a:off x="4197132" y="5143500"/>
            <a:ext cx="908646" cy="990887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arrow" len="sm" w="med"/>
            <a:tailEnd type="arrow" len="sm" w="med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1387" y="3859219"/>
            <a:ext cx="15581273" cy="3401369"/>
            <a:chOff x="0" y="0"/>
            <a:chExt cx="4103710" cy="895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3710" cy="895834"/>
            </a:xfrm>
            <a:custGeom>
              <a:avLst/>
              <a:gdLst/>
              <a:ahLst/>
              <a:cxnLst/>
              <a:rect r="r" b="b" t="t" l="l"/>
              <a:pathLst>
                <a:path h="895834" w="4103710">
                  <a:moveTo>
                    <a:pt x="7950" y="0"/>
                  </a:moveTo>
                  <a:lnTo>
                    <a:pt x="4095760" y="0"/>
                  </a:lnTo>
                  <a:cubicBezTo>
                    <a:pt x="4097868" y="0"/>
                    <a:pt x="4099890" y="838"/>
                    <a:pt x="4101381" y="2328"/>
                  </a:cubicBezTo>
                  <a:cubicBezTo>
                    <a:pt x="4102872" y="3819"/>
                    <a:pt x="4103710" y="5842"/>
                    <a:pt x="4103710" y="7950"/>
                  </a:cubicBezTo>
                  <a:lnTo>
                    <a:pt x="4103710" y="887884"/>
                  </a:lnTo>
                  <a:cubicBezTo>
                    <a:pt x="4103710" y="889992"/>
                    <a:pt x="4102872" y="892014"/>
                    <a:pt x="4101381" y="893505"/>
                  </a:cubicBezTo>
                  <a:cubicBezTo>
                    <a:pt x="4099890" y="894996"/>
                    <a:pt x="4097868" y="895834"/>
                    <a:pt x="4095760" y="895834"/>
                  </a:cubicBezTo>
                  <a:lnTo>
                    <a:pt x="7950" y="895834"/>
                  </a:lnTo>
                  <a:cubicBezTo>
                    <a:pt x="5842" y="895834"/>
                    <a:pt x="3819" y="894996"/>
                    <a:pt x="2328" y="893505"/>
                  </a:cubicBezTo>
                  <a:cubicBezTo>
                    <a:pt x="838" y="892014"/>
                    <a:pt x="0" y="889992"/>
                    <a:pt x="0" y="887884"/>
                  </a:cubicBezTo>
                  <a:lnTo>
                    <a:pt x="0" y="7950"/>
                  </a:lnTo>
                  <a:cubicBezTo>
                    <a:pt x="0" y="5842"/>
                    <a:pt x="838" y="3819"/>
                    <a:pt x="2328" y="2328"/>
                  </a:cubicBezTo>
                  <a:cubicBezTo>
                    <a:pt x="3819" y="838"/>
                    <a:pt x="5842" y="0"/>
                    <a:pt x="7950" y="0"/>
                  </a:cubicBezTo>
                  <a:close/>
                </a:path>
              </a:pathLst>
            </a:custGeom>
            <a:solidFill>
              <a:srgbClr val="16181B"/>
            </a:solidFill>
            <a:ln w="76200" cap="sq">
              <a:solidFill>
                <a:srgbClr val="16181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3710" cy="9339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85929" y="1055153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15556" y="1028700"/>
            <a:ext cx="7456888" cy="1420679"/>
            <a:chOff x="0" y="0"/>
            <a:chExt cx="1963954" cy="374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17242" y="4418026"/>
            <a:ext cx="14409479" cy="215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FFDE59"/>
                </a:solidFill>
                <a:latin typeface="Consolas"/>
                <a:ea typeface="Consolas"/>
                <a:cs typeface="Consolas"/>
                <a:sym typeface="Consolas"/>
              </a:rPr>
              <a:t>sumar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return 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9669" y="1811839"/>
            <a:ext cx="4433888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El tipo de dato del 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valor de retorno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-5549292">
            <a:off x="696186" y="3558399"/>
            <a:ext cx="1652209" cy="919041"/>
          </a:xfrm>
          <a:custGeom>
            <a:avLst/>
            <a:gdLst/>
            <a:ahLst/>
            <a:cxnLst/>
            <a:rect r="r" b="b" t="t" l="l"/>
            <a:pathLst>
              <a:path h="919041" w="1652209">
                <a:moveTo>
                  <a:pt x="1652209" y="0"/>
                </a:moveTo>
                <a:lnTo>
                  <a:pt x="0" y="0"/>
                </a:lnTo>
                <a:lnTo>
                  <a:pt x="0" y="919041"/>
                </a:lnTo>
                <a:lnTo>
                  <a:pt x="1652209" y="919041"/>
                </a:lnTo>
                <a:lnTo>
                  <a:pt x="16522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77183" y="8038886"/>
            <a:ext cx="946517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La suma de dos enteros retorna un entero</a:t>
            </a:r>
          </a:p>
          <a:p>
            <a:pPr algn="ctr" marL="0" indent="0" lvl="0">
              <a:lnSpc>
                <a:spcPts val="5299"/>
              </a:lnSpc>
            </a:pPr>
            <a:r>
              <a:rPr lang="en-US" b="true" sz="52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Por eso colocamos: </a:t>
            </a:r>
            <a:r>
              <a:rPr lang="en-US" b="true" sz="5299" u="sng">
                <a:solidFill>
                  <a:srgbClr val="2B7FEB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int</a:t>
            </a:r>
            <a:r>
              <a:rPr lang="en-US" b="true" sz="5299">
                <a:solidFill>
                  <a:srgbClr val="2B7FEB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5299">
                <a:solidFill>
                  <a:srgbClr val="FFDE59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sumar</a:t>
            </a:r>
            <a:r>
              <a:rPr lang="en-US" b="true" sz="5299">
                <a:solidFill>
                  <a:srgbClr val="FF914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(</a:t>
            </a:r>
            <a:r>
              <a:rPr lang="en-US" b="true" sz="52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...</a:t>
            </a:r>
            <a:r>
              <a:rPr lang="en-US" b="true" sz="5299">
                <a:solidFill>
                  <a:srgbClr val="FF914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)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6239173">
            <a:off x="5411991" y="6463375"/>
            <a:ext cx="1793797" cy="997799"/>
          </a:xfrm>
          <a:custGeom>
            <a:avLst/>
            <a:gdLst/>
            <a:ahLst/>
            <a:cxnLst/>
            <a:rect r="r" b="b" t="t" l="l"/>
            <a:pathLst>
              <a:path h="997799" w="1793797">
                <a:moveTo>
                  <a:pt x="1793797" y="0"/>
                </a:moveTo>
                <a:lnTo>
                  <a:pt x="0" y="0"/>
                </a:lnTo>
                <a:lnTo>
                  <a:pt x="0" y="997799"/>
                </a:lnTo>
                <a:lnTo>
                  <a:pt x="1793797" y="997799"/>
                </a:lnTo>
                <a:lnTo>
                  <a:pt x="179379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085275" y="3402569"/>
            <a:ext cx="6371927" cy="201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Valores que le pasamos</a:t>
            </a:r>
          </a:p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para realizar un cálculo de 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suma y retornar el resultado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1195955">
            <a:off x="8175126" y="3869822"/>
            <a:ext cx="1793797" cy="997799"/>
          </a:xfrm>
          <a:custGeom>
            <a:avLst/>
            <a:gdLst/>
            <a:ahLst/>
            <a:cxnLst/>
            <a:rect r="r" b="b" t="t" l="l"/>
            <a:pathLst>
              <a:path h="997799" w="1793797">
                <a:moveTo>
                  <a:pt x="1793796" y="0"/>
                </a:moveTo>
                <a:lnTo>
                  <a:pt x="0" y="0"/>
                </a:lnTo>
                <a:lnTo>
                  <a:pt x="0" y="997799"/>
                </a:lnTo>
                <a:lnTo>
                  <a:pt x="1793796" y="997799"/>
                </a:lnTo>
                <a:lnTo>
                  <a:pt x="1793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80138" y="238682"/>
            <a:ext cx="8383773" cy="103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6016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funciones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153138" y="1642067"/>
            <a:ext cx="9134862" cy="8283693"/>
          </a:xfrm>
          <a:custGeom>
            <a:avLst/>
            <a:gdLst/>
            <a:ahLst/>
            <a:cxnLst/>
            <a:rect r="r" b="b" t="t" l="l"/>
            <a:pathLst>
              <a:path h="8283693" w="9134862">
                <a:moveTo>
                  <a:pt x="0" y="0"/>
                </a:moveTo>
                <a:lnTo>
                  <a:pt x="9134862" y="0"/>
                </a:lnTo>
                <a:lnTo>
                  <a:pt x="9134862" y="8283693"/>
                </a:lnTo>
                <a:lnTo>
                  <a:pt x="0" y="82836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41974" y="224897"/>
            <a:ext cx="6060100" cy="1154564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20440" y="0"/>
                  </a:moveTo>
                  <a:lnTo>
                    <a:pt x="1943514" y="0"/>
                  </a:lnTo>
                  <a:cubicBezTo>
                    <a:pt x="1954803" y="0"/>
                    <a:pt x="1963954" y="9151"/>
                    <a:pt x="1963954" y="20440"/>
                  </a:cubicBezTo>
                  <a:lnTo>
                    <a:pt x="1963954" y="353730"/>
                  </a:lnTo>
                  <a:cubicBezTo>
                    <a:pt x="1963954" y="365019"/>
                    <a:pt x="1954803" y="374171"/>
                    <a:pt x="1943514" y="374171"/>
                  </a:cubicBezTo>
                  <a:lnTo>
                    <a:pt x="20440" y="374171"/>
                  </a:lnTo>
                  <a:cubicBezTo>
                    <a:pt x="9151" y="374171"/>
                    <a:pt x="0" y="365019"/>
                    <a:pt x="0" y="353730"/>
                  </a:cubicBezTo>
                  <a:lnTo>
                    <a:pt x="0" y="20440"/>
                  </a:lnTo>
                  <a:cubicBezTo>
                    <a:pt x="0" y="9151"/>
                    <a:pt x="9151" y="0"/>
                    <a:pt x="204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50427" y="4025986"/>
            <a:ext cx="859234" cy="85923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02900" y="1921363"/>
            <a:ext cx="9647895" cy="7643579"/>
          </a:xfrm>
          <a:custGeom>
            <a:avLst/>
            <a:gdLst/>
            <a:ahLst/>
            <a:cxnLst/>
            <a:rect r="r" b="b" t="t" l="l"/>
            <a:pathLst>
              <a:path h="7643579" w="9647895">
                <a:moveTo>
                  <a:pt x="0" y="0"/>
                </a:moveTo>
                <a:lnTo>
                  <a:pt x="9647894" y="0"/>
                </a:lnTo>
                <a:lnTo>
                  <a:pt x="9647894" y="7643578"/>
                </a:lnTo>
                <a:lnTo>
                  <a:pt x="0" y="764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4285096"/>
            <a:ext cx="7852992" cy="4774912"/>
            <a:chOff x="0" y="0"/>
            <a:chExt cx="2544993" cy="15474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4993" cy="1547451"/>
            </a:xfrm>
            <a:custGeom>
              <a:avLst/>
              <a:gdLst/>
              <a:ahLst/>
              <a:cxnLst/>
              <a:rect r="r" b="b" t="t" l="l"/>
              <a:pathLst>
                <a:path h="1547451" w="2544993">
                  <a:moveTo>
                    <a:pt x="15774" y="0"/>
                  </a:moveTo>
                  <a:lnTo>
                    <a:pt x="2529220" y="0"/>
                  </a:lnTo>
                  <a:cubicBezTo>
                    <a:pt x="2533403" y="0"/>
                    <a:pt x="2537415" y="1662"/>
                    <a:pt x="2540373" y="4620"/>
                  </a:cubicBezTo>
                  <a:cubicBezTo>
                    <a:pt x="2543331" y="7578"/>
                    <a:pt x="2544993" y="11590"/>
                    <a:pt x="2544993" y="15774"/>
                  </a:cubicBezTo>
                  <a:lnTo>
                    <a:pt x="2544993" y="1531677"/>
                  </a:lnTo>
                  <a:cubicBezTo>
                    <a:pt x="2544993" y="1540389"/>
                    <a:pt x="2537931" y="1547451"/>
                    <a:pt x="2529220" y="1547451"/>
                  </a:cubicBezTo>
                  <a:lnTo>
                    <a:pt x="15774" y="1547451"/>
                  </a:lnTo>
                  <a:cubicBezTo>
                    <a:pt x="11590" y="1547451"/>
                    <a:pt x="7578" y="1545789"/>
                    <a:pt x="4620" y="1542831"/>
                  </a:cubicBezTo>
                  <a:cubicBezTo>
                    <a:pt x="1662" y="1539873"/>
                    <a:pt x="0" y="1535861"/>
                    <a:pt x="0" y="1531677"/>
                  </a:cubicBezTo>
                  <a:lnTo>
                    <a:pt x="0" y="15774"/>
                  </a:lnTo>
                  <a:cubicBezTo>
                    <a:pt x="0" y="11590"/>
                    <a:pt x="1662" y="7578"/>
                    <a:pt x="4620" y="4620"/>
                  </a:cubicBezTo>
                  <a:cubicBezTo>
                    <a:pt x="7578" y="1662"/>
                    <a:pt x="11590" y="0"/>
                    <a:pt x="1577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4993" cy="1585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09660" y="3672714"/>
            <a:ext cx="7658047" cy="1565779"/>
            <a:chOff x="0" y="0"/>
            <a:chExt cx="2481816" cy="5074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81816" cy="507437"/>
            </a:xfrm>
            <a:custGeom>
              <a:avLst/>
              <a:gdLst/>
              <a:ahLst/>
              <a:cxnLst/>
              <a:rect r="r" b="b" t="t" l="l"/>
              <a:pathLst>
                <a:path h="507437" w="2481816">
                  <a:moveTo>
                    <a:pt x="16175" y="0"/>
                  </a:moveTo>
                  <a:lnTo>
                    <a:pt x="2465641" y="0"/>
                  </a:lnTo>
                  <a:cubicBezTo>
                    <a:pt x="2474574" y="0"/>
                    <a:pt x="2481816" y="7242"/>
                    <a:pt x="2481816" y="16175"/>
                  </a:cubicBezTo>
                  <a:lnTo>
                    <a:pt x="2481816" y="491262"/>
                  </a:lnTo>
                  <a:cubicBezTo>
                    <a:pt x="2481816" y="495551"/>
                    <a:pt x="2480112" y="499666"/>
                    <a:pt x="2477078" y="502699"/>
                  </a:cubicBezTo>
                  <a:cubicBezTo>
                    <a:pt x="2474045" y="505733"/>
                    <a:pt x="2469930" y="507437"/>
                    <a:pt x="2465641" y="507437"/>
                  </a:cubicBezTo>
                  <a:lnTo>
                    <a:pt x="16175" y="507437"/>
                  </a:lnTo>
                  <a:cubicBezTo>
                    <a:pt x="7242" y="507437"/>
                    <a:pt x="0" y="500195"/>
                    <a:pt x="0" y="491262"/>
                  </a:cubicBezTo>
                  <a:lnTo>
                    <a:pt x="0" y="16175"/>
                  </a:lnTo>
                  <a:cubicBezTo>
                    <a:pt x="0" y="7242"/>
                    <a:pt x="7242" y="0"/>
                    <a:pt x="161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481816" cy="545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09660" y="5238492"/>
            <a:ext cx="7658047" cy="4181413"/>
            <a:chOff x="0" y="0"/>
            <a:chExt cx="2481816" cy="1355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81816" cy="1355110"/>
            </a:xfrm>
            <a:custGeom>
              <a:avLst/>
              <a:gdLst/>
              <a:ahLst/>
              <a:cxnLst/>
              <a:rect r="r" b="b" t="t" l="l"/>
              <a:pathLst>
                <a:path h="1355110" w="2481816">
                  <a:moveTo>
                    <a:pt x="16175" y="0"/>
                  </a:moveTo>
                  <a:lnTo>
                    <a:pt x="2465641" y="0"/>
                  </a:lnTo>
                  <a:cubicBezTo>
                    <a:pt x="2474574" y="0"/>
                    <a:pt x="2481816" y="7242"/>
                    <a:pt x="2481816" y="16175"/>
                  </a:cubicBezTo>
                  <a:lnTo>
                    <a:pt x="2481816" y="1338935"/>
                  </a:lnTo>
                  <a:cubicBezTo>
                    <a:pt x="2481816" y="1347868"/>
                    <a:pt x="2474574" y="1355110"/>
                    <a:pt x="2465641" y="1355110"/>
                  </a:cubicBezTo>
                  <a:lnTo>
                    <a:pt x="16175" y="1355110"/>
                  </a:lnTo>
                  <a:cubicBezTo>
                    <a:pt x="11885" y="1355110"/>
                    <a:pt x="7771" y="1353406"/>
                    <a:pt x="4738" y="1350373"/>
                  </a:cubicBezTo>
                  <a:cubicBezTo>
                    <a:pt x="1704" y="1347339"/>
                    <a:pt x="0" y="1343225"/>
                    <a:pt x="0" y="1338935"/>
                  </a:cubicBezTo>
                  <a:lnTo>
                    <a:pt x="0" y="16175"/>
                  </a:lnTo>
                  <a:cubicBezTo>
                    <a:pt x="0" y="7242"/>
                    <a:pt x="7242" y="0"/>
                    <a:pt x="161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481816" cy="1393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1387" y="2914488"/>
            <a:ext cx="15581273" cy="6628731"/>
            <a:chOff x="0" y="0"/>
            <a:chExt cx="4103710" cy="17458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03710" cy="1745839"/>
            </a:xfrm>
            <a:custGeom>
              <a:avLst/>
              <a:gdLst/>
              <a:ahLst/>
              <a:cxnLst/>
              <a:rect r="r" b="b" t="t" l="l"/>
              <a:pathLst>
                <a:path h="1745839" w="4103710">
                  <a:moveTo>
                    <a:pt x="7950" y="0"/>
                  </a:moveTo>
                  <a:lnTo>
                    <a:pt x="4095760" y="0"/>
                  </a:lnTo>
                  <a:cubicBezTo>
                    <a:pt x="4097868" y="0"/>
                    <a:pt x="4099890" y="838"/>
                    <a:pt x="4101381" y="2328"/>
                  </a:cubicBezTo>
                  <a:cubicBezTo>
                    <a:pt x="4102872" y="3819"/>
                    <a:pt x="4103710" y="5842"/>
                    <a:pt x="4103710" y="7950"/>
                  </a:cubicBezTo>
                  <a:lnTo>
                    <a:pt x="4103710" y="1737889"/>
                  </a:lnTo>
                  <a:cubicBezTo>
                    <a:pt x="4103710" y="1739997"/>
                    <a:pt x="4102872" y="1742019"/>
                    <a:pt x="4101381" y="1743510"/>
                  </a:cubicBezTo>
                  <a:cubicBezTo>
                    <a:pt x="4099890" y="1745001"/>
                    <a:pt x="4097868" y="1745839"/>
                    <a:pt x="4095760" y="1745839"/>
                  </a:cubicBezTo>
                  <a:lnTo>
                    <a:pt x="7950" y="1745839"/>
                  </a:lnTo>
                  <a:cubicBezTo>
                    <a:pt x="5842" y="1745839"/>
                    <a:pt x="3819" y="1745001"/>
                    <a:pt x="2328" y="1743510"/>
                  </a:cubicBezTo>
                  <a:cubicBezTo>
                    <a:pt x="838" y="1742019"/>
                    <a:pt x="0" y="1739997"/>
                    <a:pt x="0" y="1737889"/>
                  </a:cubicBezTo>
                  <a:lnTo>
                    <a:pt x="0" y="7950"/>
                  </a:lnTo>
                  <a:cubicBezTo>
                    <a:pt x="0" y="5842"/>
                    <a:pt x="838" y="3819"/>
                    <a:pt x="2328" y="2328"/>
                  </a:cubicBezTo>
                  <a:cubicBezTo>
                    <a:pt x="3819" y="838"/>
                    <a:pt x="5842" y="0"/>
                    <a:pt x="7950" y="0"/>
                  </a:cubicBezTo>
                  <a:close/>
                </a:path>
              </a:pathLst>
            </a:custGeom>
            <a:solidFill>
              <a:srgbClr val="16181B"/>
            </a:solidFill>
            <a:ln w="76200" cap="sq">
              <a:solidFill>
                <a:srgbClr val="16181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103710" cy="17839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985929" y="1055153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funciones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415556" y="1028700"/>
            <a:ext cx="7456888" cy="1420679"/>
            <a:chOff x="0" y="0"/>
            <a:chExt cx="1963954" cy="3741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39261" y="3317378"/>
            <a:ext cx="14409479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7BC9A3"/>
                </a:solidFill>
                <a:latin typeface="Consolas"/>
                <a:ea typeface="Consolas"/>
                <a:cs typeface="Consolas"/>
                <a:sym typeface="Consolas"/>
              </a:rPr>
              <a:t>vector&lt;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3999">
                <a:solidFill>
                  <a:srgbClr val="7BC9A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FFDE59"/>
                </a:solidFill>
                <a:latin typeface="Consolas"/>
                <a:ea typeface="Consolas"/>
                <a:cs typeface="Consolas"/>
                <a:sym typeface="Consolas"/>
              </a:rPr>
              <a:t>separarPares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3999">
                <a:solidFill>
                  <a:srgbClr val="FF914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3999">
                <a:solidFill>
                  <a:srgbClr val="7BC9A3"/>
                </a:solidFill>
                <a:latin typeface="Consolas"/>
                <a:ea typeface="Consolas"/>
                <a:cs typeface="Consolas"/>
                <a:sym typeface="Consolas"/>
              </a:rPr>
              <a:t>vector&lt;</a:t>
            </a:r>
            <a:r>
              <a:rPr lang="en-US" sz="3999">
                <a:solidFill>
                  <a:srgbClr val="2B7FEB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3999">
                <a:solidFill>
                  <a:srgbClr val="7BC9A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pares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% 2 == 0)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pares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.push_back(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% 2 == 0)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pares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.push_back(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% 2 == 0)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pares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.push_back(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algn="l">
              <a:lnSpc>
                <a:spcPts val="5599"/>
              </a:lnSpc>
            </a:p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CB6CE6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en-US" sz="3999">
                <a:solidFill>
                  <a:srgbClr val="8BC2F4"/>
                </a:solidFill>
                <a:latin typeface="Consolas"/>
                <a:ea typeface="Consolas"/>
                <a:cs typeface="Consolas"/>
                <a:sym typeface="Consolas"/>
              </a:rPr>
              <a:t>pares</a:t>
            </a: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9720" y="1120529"/>
            <a:ext cx="4433888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51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El tipo de dato del </a:t>
            </a:r>
          </a:p>
          <a:p>
            <a:pPr algn="ctr" marL="0" indent="0" lvl="0">
              <a:lnSpc>
                <a:spcPts val="5199"/>
              </a:lnSpc>
            </a:pPr>
            <a:r>
              <a:rPr lang="en-US" b="true" sz="51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valor de retorno</a:t>
            </a:r>
          </a:p>
        </p:txBody>
      </p:sp>
      <p:sp>
        <p:nvSpPr>
          <p:cNvPr name="Freeform 16" id="16"/>
          <p:cNvSpPr/>
          <p:nvPr/>
        </p:nvSpPr>
        <p:spPr>
          <a:xfrm flipH="true" flipV="false" rot="-6290196">
            <a:off x="598341" y="2731385"/>
            <a:ext cx="1495088" cy="831642"/>
          </a:xfrm>
          <a:custGeom>
            <a:avLst/>
            <a:gdLst/>
            <a:ahLst/>
            <a:cxnLst/>
            <a:rect r="r" b="b" t="t" l="l"/>
            <a:pathLst>
              <a:path h="831642" w="1495088">
                <a:moveTo>
                  <a:pt x="1495087" y="0"/>
                </a:moveTo>
                <a:lnTo>
                  <a:pt x="0" y="0"/>
                </a:lnTo>
                <a:lnTo>
                  <a:pt x="0" y="831643"/>
                </a:lnTo>
                <a:lnTo>
                  <a:pt x="1495087" y="831643"/>
                </a:lnTo>
                <a:lnTo>
                  <a:pt x="14950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127047" y="4160948"/>
            <a:ext cx="859234" cy="574315"/>
            <a:chOff x="0" y="0"/>
            <a:chExt cx="812800" cy="5432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543278"/>
            </a:xfrm>
            <a:custGeom>
              <a:avLst/>
              <a:gdLst/>
              <a:ahLst/>
              <a:cxnLst/>
              <a:rect r="r" b="b" t="t" l="l"/>
              <a:pathLst>
                <a:path h="543278" w="812800">
                  <a:moveTo>
                    <a:pt x="812800" y="271639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40078"/>
                  </a:lnTo>
                  <a:lnTo>
                    <a:pt x="406400" y="340078"/>
                  </a:lnTo>
                  <a:lnTo>
                    <a:pt x="406400" y="543278"/>
                  </a:lnTo>
                  <a:lnTo>
                    <a:pt x="812800" y="2716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65100"/>
              <a:ext cx="711200" cy="17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27047" y="7642401"/>
            <a:ext cx="859234" cy="574315"/>
            <a:chOff x="0" y="0"/>
            <a:chExt cx="812800" cy="5432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543278"/>
            </a:xfrm>
            <a:custGeom>
              <a:avLst/>
              <a:gdLst/>
              <a:ahLst/>
              <a:cxnLst/>
              <a:rect r="r" b="b" t="t" l="l"/>
              <a:pathLst>
                <a:path h="543278" w="812800">
                  <a:moveTo>
                    <a:pt x="812800" y="271639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40078"/>
                  </a:lnTo>
                  <a:lnTo>
                    <a:pt x="406400" y="340078"/>
                  </a:lnTo>
                  <a:lnTo>
                    <a:pt x="406400" y="543278"/>
                  </a:lnTo>
                  <a:lnTo>
                    <a:pt x="812800" y="27163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65100"/>
              <a:ext cx="711200" cy="174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17466" y="1379462"/>
            <a:ext cx="8525343" cy="8968392"/>
          </a:xfrm>
          <a:custGeom>
            <a:avLst/>
            <a:gdLst/>
            <a:ahLst/>
            <a:cxnLst/>
            <a:rect r="r" b="b" t="t" l="l"/>
            <a:pathLst>
              <a:path h="8968392" w="8525343">
                <a:moveTo>
                  <a:pt x="0" y="0"/>
                </a:moveTo>
                <a:lnTo>
                  <a:pt x="8525343" y="0"/>
                </a:lnTo>
                <a:lnTo>
                  <a:pt x="8525343" y="8968391"/>
                </a:lnTo>
                <a:lnTo>
                  <a:pt x="0" y="8968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170414" y="224897"/>
            <a:ext cx="9803221" cy="1154564"/>
            <a:chOff x="0" y="0"/>
            <a:chExt cx="3177023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7023" cy="374171"/>
            </a:xfrm>
            <a:custGeom>
              <a:avLst/>
              <a:gdLst/>
              <a:ahLst/>
              <a:cxnLst/>
              <a:rect r="r" b="b" t="t" l="l"/>
              <a:pathLst>
                <a:path h="374171" w="3177023">
                  <a:moveTo>
                    <a:pt x="12636" y="0"/>
                  </a:moveTo>
                  <a:lnTo>
                    <a:pt x="3164387" y="0"/>
                  </a:lnTo>
                  <a:cubicBezTo>
                    <a:pt x="3171365" y="0"/>
                    <a:pt x="3177023" y="5657"/>
                    <a:pt x="3177023" y="12636"/>
                  </a:cubicBezTo>
                  <a:lnTo>
                    <a:pt x="3177023" y="361535"/>
                  </a:lnTo>
                  <a:cubicBezTo>
                    <a:pt x="3177023" y="364886"/>
                    <a:pt x="3175691" y="368100"/>
                    <a:pt x="3173322" y="370470"/>
                  </a:cubicBezTo>
                  <a:cubicBezTo>
                    <a:pt x="3170952" y="372839"/>
                    <a:pt x="3167738" y="374171"/>
                    <a:pt x="3164387" y="374171"/>
                  </a:cubicBezTo>
                  <a:lnTo>
                    <a:pt x="12636" y="374171"/>
                  </a:lnTo>
                  <a:cubicBezTo>
                    <a:pt x="9285" y="374171"/>
                    <a:pt x="6071" y="372839"/>
                    <a:pt x="3701" y="370470"/>
                  </a:cubicBezTo>
                  <a:cubicBezTo>
                    <a:pt x="1331" y="368100"/>
                    <a:pt x="0" y="364886"/>
                    <a:pt x="0" y="361535"/>
                  </a:cubicBezTo>
                  <a:lnTo>
                    <a:pt x="0" y="12636"/>
                  </a:lnTo>
                  <a:cubicBezTo>
                    <a:pt x="0" y="9285"/>
                    <a:pt x="1331" y="6071"/>
                    <a:pt x="3701" y="3701"/>
                  </a:cubicBezTo>
                  <a:cubicBezTo>
                    <a:pt x="6071" y="1331"/>
                    <a:pt x="9285" y="0"/>
                    <a:pt x="126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77023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70414" y="238682"/>
            <a:ext cx="9803221" cy="103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6016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función para la Divisibilidad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05664" y="1422162"/>
            <a:ext cx="7636027" cy="8868081"/>
          </a:xfrm>
          <a:custGeom>
            <a:avLst/>
            <a:gdLst/>
            <a:ahLst/>
            <a:cxnLst/>
            <a:rect r="r" b="b" t="t" l="l"/>
            <a:pathLst>
              <a:path h="8868081" w="7636027">
                <a:moveTo>
                  <a:pt x="0" y="0"/>
                </a:moveTo>
                <a:lnTo>
                  <a:pt x="7636027" y="0"/>
                </a:lnTo>
                <a:lnTo>
                  <a:pt x="7636027" y="8868081"/>
                </a:lnTo>
                <a:lnTo>
                  <a:pt x="0" y="8868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96688" y="5156620"/>
            <a:ext cx="1414076" cy="141407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93627" y="3226487"/>
            <a:ext cx="6360015" cy="3598869"/>
            <a:chOff x="0" y="0"/>
            <a:chExt cx="2061150" cy="1166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61150" cy="1166320"/>
            </a:xfrm>
            <a:custGeom>
              <a:avLst/>
              <a:gdLst/>
              <a:ahLst/>
              <a:cxnLst/>
              <a:rect r="r" b="b" t="t" l="l"/>
              <a:pathLst>
                <a:path h="1166320" w="2061150">
                  <a:moveTo>
                    <a:pt x="19476" y="0"/>
                  </a:moveTo>
                  <a:lnTo>
                    <a:pt x="2041674" y="0"/>
                  </a:lnTo>
                  <a:cubicBezTo>
                    <a:pt x="2046839" y="0"/>
                    <a:pt x="2051793" y="2052"/>
                    <a:pt x="2055446" y="5705"/>
                  </a:cubicBezTo>
                  <a:cubicBezTo>
                    <a:pt x="2059098" y="9357"/>
                    <a:pt x="2061150" y="14311"/>
                    <a:pt x="2061150" y="19476"/>
                  </a:cubicBezTo>
                  <a:lnTo>
                    <a:pt x="2061150" y="1146843"/>
                  </a:lnTo>
                  <a:cubicBezTo>
                    <a:pt x="2061150" y="1157600"/>
                    <a:pt x="2052430" y="1166320"/>
                    <a:pt x="2041674" y="1166320"/>
                  </a:cubicBezTo>
                  <a:lnTo>
                    <a:pt x="19476" y="1166320"/>
                  </a:lnTo>
                  <a:cubicBezTo>
                    <a:pt x="8720" y="1166320"/>
                    <a:pt x="0" y="1157600"/>
                    <a:pt x="0" y="1146843"/>
                  </a:cubicBezTo>
                  <a:lnTo>
                    <a:pt x="0" y="19476"/>
                  </a:lnTo>
                  <a:cubicBezTo>
                    <a:pt x="0" y="8720"/>
                    <a:pt x="8720" y="0"/>
                    <a:pt x="194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061150" cy="1204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43702" y="3480139"/>
            <a:ext cx="7122893" cy="6436780"/>
            <a:chOff x="0" y="0"/>
            <a:chExt cx="2308383" cy="20860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08383" cy="2086028"/>
            </a:xfrm>
            <a:custGeom>
              <a:avLst/>
              <a:gdLst/>
              <a:ahLst/>
              <a:cxnLst/>
              <a:rect r="r" b="b" t="t" l="l"/>
              <a:pathLst>
                <a:path h="2086028" w="2308383">
                  <a:moveTo>
                    <a:pt x="17391" y="0"/>
                  </a:moveTo>
                  <a:lnTo>
                    <a:pt x="2290993" y="0"/>
                  </a:lnTo>
                  <a:cubicBezTo>
                    <a:pt x="2295605" y="0"/>
                    <a:pt x="2300028" y="1832"/>
                    <a:pt x="2303290" y="5094"/>
                  </a:cubicBezTo>
                  <a:cubicBezTo>
                    <a:pt x="2306551" y="8355"/>
                    <a:pt x="2308383" y="12778"/>
                    <a:pt x="2308383" y="17391"/>
                  </a:cubicBezTo>
                  <a:lnTo>
                    <a:pt x="2308383" y="2068638"/>
                  </a:lnTo>
                  <a:cubicBezTo>
                    <a:pt x="2308383" y="2073250"/>
                    <a:pt x="2306551" y="2077673"/>
                    <a:pt x="2303290" y="2080935"/>
                  </a:cubicBezTo>
                  <a:cubicBezTo>
                    <a:pt x="2300028" y="2084196"/>
                    <a:pt x="2295605" y="2086028"/>
                    <a:pt x="2290993" y="2086028"/>
                  </a:cubicBezTo>
                  <a:lnTo>
                    <a:pt x="17391" y="2086028"/>
                  </a:lnTo>
                  <a:cubicBezTo>
                    <a:pt x="12778" y="2086028"/>
                    <a:pt x="8355" y="2084196"/>
                    <a:pt x="5094" y="2080935"/>
                  </a:cubicBezTo>
                  <a:cubicBezTo>
                    <a:pt x="1832" y="2077673"/>
                    <a:pt x="0" y="2073250"/>
                    <a:pt x="0" y="2068638"/>
                  </a:cubicBezTo>
                  <a:lnTo>
                    <a:pt x="0" y="17391"/>
                  </a:lnTo>
                  <a:cubicBezTo>
                    <a:pt x="0" y="12778"/>
                    <a:pt x="1832" y="8355"/>
                    <a:pt x="5094" y="5094"/>
                  </a:cubicBezTo>
                  <a:cubicBezTo>
                    <a:pt x="8355" y="1832"/>
                    <a:pt x="12778" y="0"/>
                    <a:pt x="173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08383" cy="2124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59812" y="615043"/>
            <a:ext cx="14158053" cy="8643257"/>
          </a:xfrm>
          <a:custGeom>
            <a:avLst/>
            <a:gdLst/>
            <a:ahLst/>
            <a:cxnLst/>
            <a:rect r="r" b="b" t="t" l="l"/>
            <a:pathLst>
              <a:path h="8643257" w="14158053">
                <a:moveTo>
                  <a:pt x="0" y="0"/>
                </a:moveTo>
                <a:lnTo>
                  <a:pt x="14158053" y="0"/>
                </a:lnTo>
                <a:lnTo>
                  <a:pt x="14158053" y="8643257"/>
                </a:lnTo>
                <a:lnTo>
                  <a:pt x="0" y="8643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1" r="0" b="-5887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751503" y="8742483"/>
            <a:ext cx="8863654" cy="1031633"/>
            <a:chOff x="0" y="0"/>
            <a:chExt cx="11818205" cy="1375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08691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07327" y="8908906"/>
            <a:ext cx="6752927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6" tooltip="https://blitzcoding.com/problem-detail/93"/>
              </a:rPr>
              <a:t>https://blitzcoding.com/problem-detail/93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2102" y="2002226"/>
            <a:ext cx="15443796" cy="2876838"/>
            <a:chOff x="0" y="0"/>
            <a:chExt cx="3733413" cy="695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3414" cy="695452"/>
            </a:xfrm>
            <a:custGeom>
              <a:avLst/>
              <a:gdLst/>
              <a:ahLst/>
              <a:cxnLst/>
              <a:rect r="r" b="b" t="t" l="l"/>
              <a:pathLst>
                <a:path h="695452" w="3733414">
                  <a:moveTo>
                    <a:pt x="25566" y="0"/>
                  </a:moveTo>
                  <a:lnTo>
                    <a:pt x="3707847" y="0"/>
                  </a:lnTo>
                  <a:cubicBezTo>
                    <a:pt x="3721967" y="0"/>
                    <a:pt x="3733414" y="11446"/>
                    <a:pt x="3733414" y="25566"/>
                  </a:cubicBezTo>
                  <a:lnTo>
                    <a:pt x="3733414" y="669886"/>
                  </a:lnTo>
                  <a:cubicBezTo>
                    <a:pt x="3733414" y="684006"/>
                    <a:pt x="3721967" y="695452"/>
                    <a:pt x="3707847" y="695452"/>
                  </a:cubicBezTo>
                  <a:lnTo>
                    <a:pt x="25566" y="695452"/>
                  </a:lnTo>
                  <a:cubicBezTo>
                    <a:pt x="11446" y="695452"/>
                    <a:pt x="0" y="684006"/>
                    <a:pt x="0" y="669886"/>
                  </a:cubicBezTo>
                  <a:lnTo>
                    <a:pt x="0" y="25566"/>
                  </a:lnTo>
                  <a:cubicBezTo>
                    <a:pt x="0" y="11446"/>
                    <a:pt x="11446" y="0"/>
                    <a:pt x="25566" y="0"/>
                  </a:cubicBezTo>
                  <a:close/>
                </a:path>
              </a:pathLst>
            </a:custGeom>
            <a:solidFill>
              <a:srgbClr val="7BC9A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33413" cy="73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2102" y="5421794"/>
            <a:ext cx="7649922" cy="4239094"/>
            <a:chOff x="0" y="0"/>
            <a:chExt cx="1849307" cy="1024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9307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9307">
                  <a:moveTo>
                    <a:pt x="51613" y="0"/>
                  </a:moveTo>
                  <a:lnTo>
                    <a:pt x="1797694" y="0"/>
                  </a:lnTo>
                  <a:cubicBezTo>
                    <a:pt x="1826199" y="0"/>
                    <a:pt x="1849307" y="23108"/>
                    <a:pt x="1849307" y="51613"/>
                  </a:cubicBezTo>
                  <a:lnTo>
                    <a:pt x="1849307" y="973153"/>
                  </a:lnTo>
                  <a:cubicBezTo>
                    <a:pt x="1849307" y="986842"/>
                    <a:pt x="1843869" y="999970"/>
                    <a:pt x="1834190" y="1009650"/>
                  </a:cubicBezTo>
                  <a:cubicBezTo>
                    <a:pt x="1824511" y="1019329"/>
                    <a:pt x="1811382" y="1024767"/>
                    <a:pt x="1797694" y="1024767"/>
                  </a:cubicBezTo>
                  <a:lnTo>
                    <a:pt x="51613" y="1024767"/>
                  </a:lnTo>
                  <a:cubicBezTo>
                    <a:pt x="23108" y="1024767"/>
                    <a:pt x="0" y="1001659"/>
                    <a:pt x="0" y="973153"/>
                  </a:cubicBezTo>
                  <a:lnTo>
                    <a:pt x="0" y="51613"/>
                  </a:lnTo>
                  <a:cubicBezTo>
                    <a:pt x="0" y="37925"/>
                    <a:pt x="5438" y="24797"/>
                    <a:pt x="15117" y="15117"/>
                  </a:cubicBezTo>
                  <a:cubicBezTo>
                    <a:pt x="24797" y="5438"/>
                    <a:pt x="37925" y="0"/>
                    <a:pt x="51613" y="0"/>
                  </a:cubicBezTo>
                  <a:close/>
                </a:path>
              </a:pathLst>
            </a:custGeom>
            <a:solidFill>
              <a:srgbClr val="7BC9A3">
                <a:alpha val="4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49307" cy="1062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4947" y="2357287"/>
            <a:ext cx="17518106" cy="232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3"/>
              </a:lnSpc>
            </a:pPr>
            <a:r>
              <a:rPr lang="en-US" sz="1634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primalidad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66735" y="6283146"/>
            <a:ext cx="6760656" cy="259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9"/>
              </a:lnSpc>
              <a:spcBef>
                <a:spcPct val="0"/>
              </a:spcBef>
            </a:pPr>
            <a:r>
              <a:rPr lang="en-US" b="true" sz="502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Los números primos son números enteros que solo se pueden dividir entre 1 y ellos mismos.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8197884" y="4337291"/>
            <a:ext cx="11124849" cy="6109232"/>
          </a:xfrm>
          <a:custGeom>
            <a:avLst/>
            <a:gdLst/>
            <a:ahLst/>
            <a:cxnLst/>
            <a:rect r="r" b="b" t="t" l="l"/>
            <a:pathLst>
              <a:path h="6109232" w="11124849">
                <a:moveTo>
                  <a:pt x="11124849" y="0"/>
                </a:moveTo>
                <a:lnTo>
                  <a:pt x="0" y="0"/>
                </a:lnTo>
                <a:lnTo>
                  <a:pt x="0" y="6109232"/>
                </a:lnTo>
                <a:lnTo>
                  <a:pt x="11124849" y="6109232"/>
                </a:lnTo>
                <a:lnTo>
                  <a:pt x="11124849" y="0"/>
                </a:lnTo>
                <a:close/>
              </a:path>
            </a:pathLst>
          </a:custGeom>
          <a:blipFill>
            <a:blip r:embed="rId3"/>
            <a:stretch>
              <a:fillRect l="0" t="0" r="-761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19124" y="3111981"/>
            <a:ext cx="13449752" cy="573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67541" indent="-583771" lvl="1">
              <a:lnSpc>
                <a:spcPts val="7570"/>
              </a:lnSpc>
              <a:buFont typeface="Arial"/>
              <a:buChar char="•"/>
            </a:pP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Nuestro objetivo ahora es verificar si un entero positivo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primo o no.</a:t>
            </a:r>
          </a:p>
          <a:p>
            <a:pPr algn="l" marL="1167541" indent="-583771" lvl="1">
              <a:lnSpc>
                <a:spcPts val="7570"/>
              </a:lnSpc>
              <a:buFont typeface="Arial"/>
              <a:buChar char="•"/>
            </a:pP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Todo número primo tiene como únicos divisores al 1 y al mismo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  <a:p>
            <a:pPr algn="l" marL="1167541" indent="-583771" lvl="1">
              <a:lnSpc>
                <a:spcPts val="7570"/>
              </a:lnSpc>
              <a:buFont typeface="Arial"/>
              <a:buChar char="•"/>
            </a:pP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Si algún entero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cumple que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 | N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entonces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no es primo, caso contrario </a:t>
            </a:r>
            <a:r>
              <a:rPr lang="en-US" b="true" sz="5407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5407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primo.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85929" y="1055153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primalidad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5556" y="1028700"/>
            <a:ext cx="7456888" cy="1420679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9033" y="5618962"/>
            <a:ext cx="7560696" cy="3159414"/>
            <a:chOff x="0" y="0"/>
            <a:chExt cx="10080929" cy="421255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6402316" y="3190875"/>
              <a:ext cx="2243159" cy="1021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9"/>
                </a:lnSpc>
              </a:pPr>
              <a:r>
                <a:rPr lang="en-US" sz="4613" b="true">
                  <a:solidFill>
                    <a:srgbClr val="FFFFFF"/>
                  </a:solidFill>
                  <a:latin typeface="BMW Helvetica Bold"/>
                  <a:ea typeface="BMW Helvetica Bold"/>
                  <a:cs typeface="BMW Helvetica Bold"/>
                  <a:sym typeface="BMW Helvetica Bold"/>
                </a:rPr>
                <a:t>O(N)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0080929" cy="43173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59"/>
                </a:lnSpc>
              </a:pPr>
              <a:r>
                <a:rPr lang="en-US" sz="4613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Desventaja: 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Si el número es muy grande, el programa nos puede dar </a:t>
              </a:r>
              <a:r>
                <a:rPr lang="en-US" sz="4613" b="true">
                  <a:solidFill>
                    <a:srgbClr val="FFAABA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Time Limit Exceeded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 por tener una complejidad algorítmica:</a:t>
              </a:r>
              <a:r>
                <a:rPr lang="en-US" sz="4613">
                  <a:solidFill>
                    <a:srgbClr val="FFFFFF"/>
                  </a:solidFill>
                  <a:latin typeface="A Day Without Sun Text"/>
                  <a:ea typeface="A Day Without Sun Text"/>
                  <a:cs typeface="A Day Without Sun Text"/>
                  <a:sym typeface="A Day Without Sun Text"/>
                </a:rPr>
                <a:t>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1704" y="1382815"/>
            <a:ext cx="9717328" cy="8757592"/>
          </a:xfrm>
          <a:custGeom>
            <a:avLst/>
            <a:gdLst/>
            <a:ahLst/>
            <a:cxnLst/>
            <a:rect r="r" b="b" t="t" l="l"/>
            <a:pathLst>
              <a:path h="8757592" w="9717328">
                <a:moveTo>
                  <a:pt x="0" y="0"/>
                </a:moveTo>
                <a:lnTo>
                  <a:pt x="9717329" y="0"/>
                </a:lnTo>
                <a:lnTo>
                  <a:pt x="9717329" y="8757592"/>
                </a:lnTo>
                <a:lnTo>
                  <a:pt x="0" y="8757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Test de primalidad 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69033" y="2237587"/>
            <a:ext cx="7560696" cy="244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1º Forma: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Un primer enfoque al igual que en la sección anterior sería iterar todos los números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 ≤ div ≤ N − 1.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0" y="1382815"/>
            <a:ext cx="9779058" cy="8692496"/>
          </a:xfrm>
          <a:custGeom>
            <a:avLst/>
            <a:gdLst/>
            <a:ahLst/>
            <a:cxnLst/>
            <a:rect r="r" b="b" t="t" l="l"/>
            <a:pathLst>
              <a:path h="8692496" w="9779058">
                <a:moveTo>
                  <a:pt x="0" y="0"/>
                </a:moveTo>
                <a:lnTo>
                  <a:pt x="9779058" y="0"/>
                </a:lnTo>
                <a:lnTo>
                  <a:pt x="9779058" y="8692496"/>
                </a:lnTo>
                <a:lnTo>
                  <a:pt x="0" y="8692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Test de primalidad 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69033" y="2237587"/>
            <a:ext cx="7560696" cy="408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2º Forma: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Basándonos en lo anterior, basta con buscar un divisor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div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iterando de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a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√N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Si no se encuentra ningún divisor en ese intervalo entonces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primo.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69033" y="7282950"/>
            <a:ext cx="7560696" cy="162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La complejidad de nuestro algoritmo se reduce 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51572" y="7911600"/>
            <a:ext cx="2297194" cy="997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>
                <a:solidFill>
                  <a:srgbClr val="FFFFFF"/>
                </a:solidFill>
                <a:latin typeface="Araboto-Bold"/>
                <a:ea typeface="Araboto-Bold"/>
                <a:cs typeface="Araboto-Bold"/>
                <a:sym typeface="Araboto-Bold"/>
              </a:rPr>
              <a:t>O(√N)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39348" y="387631"/>
            <a:ext cx="11265351" cy="995184"/>
            <a:chOff x="0" y="0"/>
            <a:chExt cx="4235560" cy="374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5560" cy="374171"/>
            </a:xfrm>
            <a:custGeom>
              <a:avLst/>
              <a:gdLst/>
              <a:ahLst/>
              <a:cxnLst/>
              <a:rect r="r" b="b" t="t" l="l"/>
              <a:pathLst>
                <a:path h="374171" w="4235560">
                  <a:moveTo>
                    <a:pt x="10996" y="0"/>
                  </a:moveTo>
                  <a:lnTo>
                    <a:pt x="4224565" y="0"/>
                  </a:lnTo>
                  <a:cubicBezTo>
                    <a:pt x="4230638" y="0"/>
                    <a:pt x="4235560" y="4923"/>
                    <a:pt x="4235560" y="10996"/>
                  </a:cubicBezTo>
                  <a:lnTo>
                    <a:pt x="4235560" y="363175"/>
                  </a:lnTo>
                  <a:cubicBezTo>
                    <a:pt x="4235560" y="369248"/>
                    <a:pt x="4230638" y="374171"/>
                    <a:pt x="4224565" y="374171"/>
                  </a:cubicBezTo>
                  <a:lnTo>
                    <a:pt x="10996" y="374171"/>
                  </a:lnTo>
                  <a:cubicBezTo>
                    <a:pt x="4923" y="374171"/>
                    <a:pt x="0" y="369248"/>
                    <a:pt x="0" y="363175"/>
                  </a:cubicBezTo>
                  <a:lnTo>
                    <a:pt x="0" y="10996"/>
                  </a:lnTo>
                  <a:cubicBezTo>
                    <a:pt x="0" y="4923"/>
                    <a:pt x="4923" y="0"/>
                    <a:pt x="109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35560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9567899" y="1142569"/>
            <a:ext cx="7947528" cy="9316085"/>
          </a:xfrm>
          <a:custGeom>
            <a:avLst/>
            <a:gdLst/>
            <a:ahLst/>
            <a:cxnLst/>
            <a:rect r="r" b="b" t="t" l="l"/>
            <a:pathLst>
              <a:path h="9316085" w="7947528">
                <a:moveTo>
                  <a:pt x="0" y="0"/>
                </a:moveTo>
                <a:lnTo>
                  <a:pt x="7947527" y="0"/>
                </a:lnTo>
                <a:lnTo>
                  <a:pt x="7947527" y="9316085"/>
                </a:lnTo>
                <a:lnTo>
                  <a:pt x="0" y="9316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1382815"/>
            <a:ext cx="9779058" cy="8692496"/>
          </a:xfrm>
          <a:custGeom>
            <a:avLst/>
            <a:gdLst/>
            <a:ahLst/>
            <a:cxnLst/>
            <a:rect r="r" b="b" t="t" l="l"/>
            <a:pathLst>
              <a:path h="8692496" w="9779058">
                <a:moveTo>
                  <a:pt x="0" y="0"/>
                </a:moveTo>
                <a:lnTo>
                  <a:pt x="9779058" y="0"/>
                </a:lnTo>
                <a:lnTo>
                  <a:pt x="9779058" y="8692496"/>
                </a:lnTo>
                <a:lnTo>
                  <a:pt x="0" y="8692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546407" y="378615"/>
            <a:ext cx="11051233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FUNCIÓN PARA EL Test de primalidad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67899" y="3999347"/>
            <a:ext cx="904221" cy="90422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08708" y="3344065"/>
            <a:ext cx="6524968" cy="2759108"/>
            <a:chOff x="0" y="0"/>
            <a:chExt cx="2114608" cy="8941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608" cy="894170"/>
            </a:xfrm>
            <a:custGeom>
              <a:avLst/>
              <a:gdLst/>
              <a:ahLst/>
              <a:cxnLst/>
              <a:rect r="r" b="b" t="t" l="l"/>
              <a:pathLst>
                <a:path h="894170" w="2114608">
                  <a:moveTo>
                    <a:pt x="18984" y="0"/>
                  </a:moveTo>
                  <a:lnTo>
                    <a:pt x="2095624" y="0"/>
                  </a:lnTo>
                  <a:cubicBezTo>
                    <a:pt x="2100659" y="0"/>
                    <a:pt x="2105488" y="2000"/>
                    <a:pt x="2109048" y="5560"/>
                  </a:cubicBezTo>
                  <a:cubicBezTo>
                    <a:pt x="2112608" y="9121"/>
                    <a:pt x="2114608" y="13949"/>
                    <a:pt x="2114608" y="18984"/>
                  </a:cubicBezTo>
                  <a:lnTo>
                    <a:pt x="2114608" y="875186"/>
                  </a:lnTo>
                  <a:cubicBezTo>
                    <a:pt x="2114608" y="885671"/>
                    <a:pt x="2106109" y="894170"/>
                    <a:pt x="2095624" y="894170"/>
                  </a:cubicBezTo>
                  <a:lnTo>
                    <a:pt x="18984" y="894170"/>
                  </a:lnTo>
                  <a:cubicBezTo>
                    <a:pt x="13949" y="894170"/>
                    <a:pt x="9121" y="892170"/>
                    <a:pt x="5560" y="888610"/>
                  </a:cubicBezTo>
                  <a:cubicBezTo>
                    <a:pt x="2000" y="885050"/>
                    <a:pt x="0" y="880221"/>
                    <a:pt x="0" y="875186"/>
                  </a:cubicBezTo>
                  <a:lnTo>
                    <a:pt x="0" y="18984"/>
                  </a:lnTo>
                  <a:cubicBezTo>
                    <a:pt x="0" y="8499"/>
                    <a:pt x="8499" y="0"/>
                    <a:pt x="1898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14608" cy="932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3753" y="4216261"/>
            <a:ext cx="7780247" cy="5095585"/>
            <a:chOff x="0" y="0"/>
            <a:chExt cx="2521418" cy="16513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21418" cy="1651374"/>
            </a:xfrm>
            <a:custGeom>
              <a:avLst/>
              <a:gdLst/>
              <a:ahLst/>
              <a:cxnLst/>
              <a:rect r="r" b="b" t="t" l="l"/>
              <a:pathLst>
                <a:path h="1651374" w="2521418">
                  <a:moveTo>
                    <a:pt x="15921" y="0"/>
                  </a:moveTo>
                  <a:lnTo>
                    <a:pt x="2505497" y="0"/>
                  </a:lnTo>
                  <a:cubicBezTo>
                    <a:pt x="2514290" y="0"/>
                    <a:pt x="2521418" y="7128"/>
                    <a:pt x="2521418" y="15921"/>
                  </a:cubicBezTo>
                  <a:lnTo>
                    <a:pt x="2521418" y="1635453"/>
                  </a:lnTo>
                  <a:cubicBezTo>
                    <a:pt x="2521418" y="1639676"/>
                    <a:pt x="2519741" y="1643725"/>
                    <a:pt x="2516755" y="1646711"/>
                  </a:cubicBezTo>
                  <a:cubicBezTo>
                    <a:pt x="2513769" y="1649697"/>
                    <a:pt x="2509719" y="1651374"/>
                    <a:pt x="2505497" y="1651374"/>
                  </a:cubicBezTo>
                  <a:lnTo>
                    <a:pt x="15921" y="1651374"/>
                  </a:lnTo>
                  <a:cubicBezTo>
                    <a:pt x="11699" y="1651374"/>
                    <a:pt x="7649" y="1649697"/>
                    <a:pt x="4663" y="1646711"/>
                  </a:cubicBezTo>
                  <a:cubicBezTo>
                    <a:pt x="1677" y="1643725"/>
                    <a:pt x="0" y="1639676"/>
                    <a:pt x="0" y="1635453"/>
                  </a:cubicBezTo>
                  <a:lnTo>
                    <a:pt x="0" y="15921"/>
                  </a:lnTo>
                  <a:cubicBezTo>
                    <a:pt x="0" y="7128"/>
                    <a:pt x="7128" y="0"/>
                    <a:pt x="1592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21418" cy="1689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51503" y="8742483"/>
            <a:ext cx="8863654" cy="1031633"/>
            <a:chOff x="0" y="0"/>
            <a:chExt cx="11818205" cy="1375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08691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06169" y="1587928"/>
            <a:ext cx="16397485" cy="6993365"/>
          </a:xfrm>
          <a:custGeom>
            <a:avLst/>
            <a:gdLst/>
            <a:ahLst/>
            <a:cxnLst/>
            <a:rect r="r" b="b" t="t" l="l"/>
            <a:pathLst>
              <a:path h="6993365" w="16397485">
                <a:moveTo>
                  <a:pt x="0" y="0"/>
                </a:moveTo>
                <a:lnTo>
                  <a:pt x="16397486" y="0"/>
                </a:lnTo>
                <a:lnTo>
                  <a:pt x="16397486" y="6993365"/>
                </a:lnTo>
                <a:lnTo>
                  <a:pt x="0" y="6993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07327" y="8908906"/>
            <a:ext cx="6767661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6" tooltip="https://blitzcoding.com/problem-detail/43"/>
              </a:rPr>
              <a:t>https://blitzcoding.com/problem-detail/43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3901" y="2199895"/>
            <a:ext cx="9509785" cy="4989271"/>
          </a:xfrm>
          <a:custGeom>
            <a:avLst/>
            <a:gdLst/>
            <a:ahLst/>
            <a:cxnLst/>
            <a:rect r="r" b="b" t="t" l="l"/>
            <a:pathLst>
              <a:path h="4989271" w="9509785">
                <a:moveTo>
                  <a:pt x="0" y="0"/>
                </a:moveTo>
                <a:lnTo>
                  <a:pt x="9509785" y="0"/>
                </a:lnTo>
                <a:lnTo>
                  <a:pt x="9509785" y="4989271"/>
                </a:lnTo>
                <a:lnTo>
                  <a:pt x="0" y="4989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605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Test de primalidad III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8853" y="1781323"/>
            <a:ext cx="7080833" cy="572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3º Forma: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A diferencia de los anteriores métodos determinísticos. Existen </a:t>
            </a: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algoritmos probabilísticos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para determinar si un número es primo. Su complejidad es mucho menor, lo que nos permite analizar números mucho más grandes.</a:t>
            </a:r>
          </a:p>
        </p:txBody>
      </p:sp>
      <p:sp>
        <p:nvSpPr>
          <p:cNvPr name="AutoShape 13" id="13"/>
          <p:cNvSpPr/>
          <p:nvPr/>
        </p:nvSpPr>
        <p:spPr>
          <a:xfrm flipH="true">
            <a:off x="2762520" y="6757391"/>
            <a:ext cx="769357" cy="0"/>
          </a:xfrm>
          <a:prstGeom prst="line">
            <a:avLst/>
          </a:prstGeom>
          <a:ln cap="flat" w="38100">
            <a:solidFill>
              <a:srgbClr val="FA3A2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8751503" y="8742483"/>
            <a:ext cx="8863654" cy="1031633"/>
            <a:chOff x="0" y="0"/>
            <a:chExt cx="11818205" cy="13755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08691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107327" y="8908906"/>
            <a:ext cx="6785074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6" tooltip="https://blitzcoding.com/problem-detail/44"/>
              </a:rPr>
              <a:t>https://blitzcoding.com/problem-detail/44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3901" y="7398187"/>
            <a:ext cx="9509785" cy="162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4613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Algoritmos como: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El test de </a:t>
            </a:r>
            <a:r>
              <a:rPr lang="en-US" sz="4613" u="sng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Miller-Rabin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el test de Fermat, Baillie-PSW, etc.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2102" y="2002226"/>
            <a:ext cx="15443796" cy="2876838"/>
            <a:chOff x="0" y="0"/>
            <a:chExt cx="3733413" cy="695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3414" cy="695452"/>
            </a:xfrm>
            <a:custGeom>
              <a:avLst/>
              <a:gdLst/>
              <a:ahLst/>
              <a:cxnLst/>
              <a:rect r="r" b="b" t="t" l="l"/>
              <a:pathLst>
                <a:path h="695452" w="3733414">
                  <a:moveTo>
                    <a:pt x="25566" y="0"/>
                  </a:moveTo>
                  <a:lnTo>
                    <a:pt x="3707847" y="0"/>
                  </a:lnTo>
                  <a:cubicBezTo>
                    <a:pt x="3721967" y="0"/>
                    <a:pt x="3733414" y="11446"/>
                    <a:pt x="3733414" y="25566"/>
                  </a:cubicBezTo>
                  <a:lnTo>
                    <a:pt x="3733414" y="669886"/>
                  </a:lnTo>
                  <a:cubicBezTo>
                    <a:pt x="3733414" y="684006"/>
                    <a:pt x="3721967" y="695452"/>
                    <a:pt x="3707847" y="695452"/>
                  </a:cubicBezTo>
                  <a:lnTo>
                    <a:pt x="25566" y="695452"/>
                  </a:lnTo>
                  <a:cubicBezTo>
                    <a:pt x="11446" y="695452"/>
                    <a:pt x="0" y="684006"/>
                    <a:pt x="0" y="669886"/>
                  </a:cubicBezTo>
                  <a:lnTo>
                    <a:pt x="0" y="25566"/>
                  </a:lnTo>
                  <a:cubicBezTo>
                    <a:pt x="0" y="11446"/>
                    <a:pt x="11446" y="0"/>
                    <a:pt x="25566" y="0"/>
                  </a:cubicBezTo>
                  <a:close/>
                </a:path>
              </a:pathLst>
            </a:custGeom>
            <a:solidFill>
              <a:srgbClr val="5F75D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33413" cy="73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185556" y="4136199"/>
            <a:ext cx="11947555" cy="6511417"/>
          </a:xfrm>
          <a:custGeom>
            <a:avLst/>
            <a:gdLst/>
            <a:ahLst/>
            <a:cxnLst/>
            <a:rect r="r" b="b" t="t" l="l"/>
            <a:pathLst>
              <a:path h="6511417" w="11947555">
                <a:moveTo>
                  <a:pt x="0" y="0"/>
                </a:moveTo>
                <a:lnTo>
                  <a:pt x="11947555" y="0"/>
                </a:lnTo>
                <a:lnTo>
                  <a:pt x="11947555" y="6511417"/>
                </a:lnTo>
                <a:lnTo>
                  <a:pt x="0" y="6511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22102" y="5421794"/>
            <a:ext cx="7649922" cy="4239094"/>
            <a:chOff x="0" y="0"/>
            <a:chExt cx="1849307" cy="10247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49307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9307">
                  <a:moveTo>
                    <a:pt x="51613" y="0"/>
                  </a:moveTo>
                  <a:lnTo>
                    <a:pt x="1797694" y="0"/>
                  </a:lnTo>
                  <a:cubicBezTo>
                    <a:pt x="1826199" y="0"/>
                    <a:pt x="1849307" y="23108"/>
                    <a:pt x="1849307" y="51613"/>
                  </a:cubicBezTo>
                  <a:lnTo>
                    <a:pt x="1849307" y="973153"/>
                  </a:lnTo>
                  <a:cubicBezTo>
                    <a:pt x="1849307" y="986842"/>
                    <a:pt x="1843869" y="999970"/>
                    <a:pt x="1834190" y="1009650"/>
                  </a:cubicBezTo>
                  <a:cubicBezTo>
                    <a:pt x="1824511" y="1019329"/>
                    <a:pt x="1811382" y="1024767"/>
                    <a:pt x="1797694" y="1024767"/>
                  </a:cubicBezTo>
                  <a:lnTo>
                    <a:pt x="51613" y="1024767"/>
                  </a:lnTo>
                  <a:cubicBezTo>
                    <a:pt x="23108" y="1024767"/>
                    <a:pt x="0" y="1001659"/>
                    <a:pt x="0" y="973153"/>
                  </a:cubicBezTo>
                  <a:lnTo>
                    <a:pt x="0" y="51613"/>
                  </a:lnTo>
                  <a:cubicBezTo>
                    <a:pt x="0" y="37925"/>
                    <a:pt x="5438" y="24797"/>
                    <a:pt x="15117" y="15117"/>
                  </a:cubicBezTo>
                  <a:cubicBezTo>
                    <a:pt x="24797" y="5438"/>
                    <a:pt x="37925" y="0"/>
                    <a:pt x="51613" y="0"/>
                  </a:cubicBezTo>
                  <a:close/>
                </a:path>
              </a:pathLst>
            </a:custGeom>
            <a:solidFill>
              <a:srgbClr val="5F75D8">
                <a:alpha val="4588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49307" cy="1062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84947" y="2357287"/>
            <a:ext cx="17518106" cy="232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3"/>
              </a:lnSpc>
            </a:pPr>
            <a:r>
              <a:rPr lang="en-US" sz="1634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Factorización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81489" y="5957125"/>
            <a:ext cx="6331149" cy="294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En aritmética, la factorización es la descomposición de un número en factores, es decir, en números que multiplicados entre sí dan el número original.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397" y="2728453"/>
            <a:ext cx="15037254" cy="162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Sea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un entero positivo, lo que se busca es obtener la descomposición de dicho número en sus factores primos, por ejemplo: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85929" y="905601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Factorización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5556" y="879148"/>
            <a:ext cx="7456888" cy="1420679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68274" y="5104066"/>
            <a:ext cx="627239" cy="770637"/>
            <a:chOff x="0" y="0"/>
            <a:chExt cx="772160" cy="948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9530" y="35560"/>
              <a:ext cx="680720" cy="863600"/>
            </a:xfrm>
            <a:custGeom>
              <a:avLst/>
              <a:gdLst/>
              <a:ahLst/>
              <a:cxnLst/>
              <a:rect r="r" b="b" t="t" l="l"/>
              <a:pathLst>
                <a:path h="863600" w="680720">
                  <a:moveTo>
                    <a:pt x="463550" y="349250"/>
                  </a:moveTo>
                  <a:cubicBezTo>
                    <a:pt x="386080" y="344170"/>
                    <a:pt x="317500" y="330200"/>
                    <a:pt x="292100" y="312420"/>
                  </a:cubicBezTo>
                  <a:cubicBezTo>
                    <a:pt x="275590" y="299720"/>
                    <a:pt x="270510" y="285750"/>
                    <a:pt x="261620" y="269240"/>
                  </a:cubicBezTo>
                  <a:cubicBezTo>
                    <a:pt x="250190" y="250190"/>
                    <a:pt x="237490" y="224790"/>
                    <a:pt x="232410" y="203200"/>
                  </a:cubicBezTo>
                  <a:cubicBezTo>
                    <a:pt x="228600" y="184150"/>
                    <a:pt x="226060" y="168910"/>
                    <a:pt x="228600" y="148590"/>
                  </a:cubicBezTo>
                  <a:cubicBezTo>
                    <a:pt x="232410" y="120650"/>
                    <a:pt x="246380" y="77470"/>
                    <a:pt x="264160" y="55880"/>
                  </a:cubicBezTo>
                  <a:cubicBezTo>
                    <a:pt x="278130" y="39370"/>
                    <a:pt x="294640" y="34290"/>
                    <a:pt x="320040" y="26670"/>
                  </a:cubicBezTo>
                  <a:cubicBezTo>
                    <a:pt x="364490" y="13970"/>
                    <a:pt x="463550" y="0"/>
                    <a:pt x="514350" y="15240"/>
                  </a:cubicBezTo>
                  <a:cubicBezTo>
                    <a:pt x="553720" y="26670"/>
                    <a:pt x="582930" y="55880"/>
                    <a:pt x="608330" y="85090"/>
                  </a:cubicBezTo>
                  <a:cubicBezTo>
                    <a:pt x="635000" y="114300"/>
                    <a:pt x="661670" y="153670"/>
                    <a:pt x="670560" y="193040"/>
                  </a:cubicBezTo>
                  <a:cubicBezTo>
                    <a:pt x="680720" y="231140"/>
                    <a:pt x="678180" y="278130"/>
                    <a:pt x="668020" y="316230"/>
                  </a:cubicBezTo>
                  <a:cubicBezTo>
                    <a:pt x="659130" y="354330"/>
                    <a:pt x="638810" y="387350"/>
                    <a:pt x="613410" y="424180"/>
                  </a:cubicBezTo>
                  <a:cubicBezTo>
                    <a:pt x="580390" y="471170"/>
                    <a:pt x="534670" y="524510"/>
                    <a:pt x="477520" y="568960"/>
                  </a:cubicBezTo>
                  <a:cubicBezTo>
                    <a:pt x="406400" y="623570"/>
                    <a:pt x="280670" y="685800"/>
                    <a:pt x="208280" y="717550"/>
                  </a:cubicBezTo>
                  <a:cubicBezTo>
                    <a:pt x="163830" y="737870"/>
                    <a:pt x="120650" y="739140"/>
                    <a:pt x="93980" y="755650"/>
                  </a:cubicBezTo>
                  <a:cubicBezTo>
                    <a:pt x="76200" y="767080"/>
                    <a:pt x="69850" y="789940"/>
                    <a:pt x="55880" y="796290"/>
                  </a:cubicBezTo>
                  <a:cubicBezTo>
                    <a:pt x="44450" y="800100"/>
                    <a:pt x="29210" y="800100"/>
                    <a:pt x="20320" y="795020"/>
                  </a:cubicBezTo>
                  <a:cubicBezTo>
                    <a:pt x="11430" y="789940"/>
                    <a:pt x="2540" y="777240"/>
                    <a:pt x="1270" y="764540"/>
                  </a:cubicBezTo>
                  <a:cubicBezTo>
                    <a:pt x="0" y="745490"/>
                    <a:pt x="15240" y="707390"/>
                    <a:pt x="33020" y="687070"/>
                  </a:cubicBezTo>
                  <a:cubicBezTo>
                    <a:pt x="52070" y="664210"/>
                    <a:pt x="88900" y="645160"/>
                    <a:pt x="114300" y="637540"/>
                  </a:cubicBezTo>
                  <a:cubicBezTo>
                    <a:pt x="132080" y="631190"/>
                    <a:pt x="143510" y="628650"/>
                    <a:pt x="165100" y="633730"/>
                  </a:cubicBezTo>
                  <a:cubicBezTo>
                    <a:pt x="203200" y="641350"/>
                    <a:pt x="281940" y="688340"/>
                    <a:pt x="322580" y="713740"/>
                  </a:cubicBezTo>
                  <a:cubicBezTo>
                    <a:pt x="349250" y="731520"/>
                    <a:pt x="364490" y="754380"/>
                    <a:pt x="384810" y="764540"/>
                  </a:cubicBezTo>
                  <a:cubicBezTo>
                    <a:pt x="401320" y="773430"/>
                    <a:pt x="415290" y="775970"/>
                    <a:pt x="433070" y="779780"/>
                  </a:cubicBezTo>
                  <a:cubicBezTo>
                    <a:pt x="452120" y="782320"/>
                    <a:pt x="481330" y="792480"/>
                    <a:pt x="495300" y="782320"/>
                  </a:cubicBezTo>
                  <a:cubicBezTo>
                    <a:pt x="510540" y="769620"/>
                    <a:pt x="496570" y="712470"/>
                    <a:pt x="509270" y="694690"/>
                  </a:cubicBezTo>
                  <a:cubicBezTo>
                    <a:pt x="519430" y="680720"/>
                    <a:pt x="538480" y="671830"/>
                    <a:pt x="551180" y="673100"/>
                  </a:cubicBezTo>
                  <a:cubicBezTo>
                    <a:pt x="561340" y="674370"/>
                    <a:pt x="575310" y="684530"/>
                    <a:pt x="579120" y="694690"/>
                  </a:cubicBezTo>
                  <a:cubicBezTo>
                    <a:pt x="582930" y="706120"/>
                    <a:pt x="576580" y="731520"/>
                    <a:pt x="568960" y="740410"/>
                  </a:cubicBezTo>
                  <a:cubicBezTo>
                    <a:pt x="561340" y="746760"/>
                    <a:pt x="543560" y="750570"/>
                    <a:pt x="533400" y="746760"/>
                  </a:cubicBezTo>
                  <a:cubicBezTo>
                    <a:pt x="521970" y="742950"/>
                    <a:pt x="505460" y="722630"/>
                    <a:pt x="505460" y="709930"/>
                  </a:cubicBezTo>
                  <a:cubicBezTo>
                    <a:pt x="506730" y="698500"/>
                    <a:pt x="521970" y="676910"/>
                    <a:pt x="534670" y="673100"/>
                  </a:cubicBezTo>
                  <a:cubicBezTo>
                    <a:pt x="546100" y="670560"/>
                    <a:pt x="568960" y="678180"/>
                    <a:pt x="576580" y="690880"/>
                  </a:cubicBezTo>
                  <a:cubicBezTo>
                    <a:pt x="589280" y="712470"/>
                    <a:pt x="572770" y="786130"/>
                    <a:pt x="558800" y="814070"/>
                  </a:cubicBezTo>
                  <a:cubicBezTo>
                    <a:pt x="548640" y="831850"/>
                    <a:pt x="535940" y="842010"/>
                    <a:pt x="519430" y="850900"/>
                  </a:cubicBezTo>
                  <a:cubicBezTo>
                    <a:pt x="500380" y="859790"/>
                    <a:pt x="474980" y="863600"/>
                    <a:pt x="449580" y="861060"/>
                  </a:cubicBezTo>
                  <a:cubicBezTo>
                    <a:pt x="416560" y="858520"/>
                    <a:pt x="378460" y="844550"/>
                    <a:pt x="337820" y="824230"/>
                  </a:cubicBezTo>
                  <a:cubicBezTo>
                    <a:pt x="280670" y="797560"/>
                    <a:pt x="193040" y="702310"/>
                    <a:pt x="147320" y="703580"/>
                  </a:cubicBezTo>
                  <a:cubicBezTo>
                    <a:pt x="121920" y="704850"/>
                    <a:pt x="104140" y="730250"/>
                    <a:pt x="88900" y="746760"/>
                  </a:cubicBezTo>
                  <a:cubicBezTo>
                    <a:pt x="74930" y="760730"/>
                    <a:pt x="69850" y="788670"/>
                    <a:pt x="55880" y="796290"/>
                  </a:cubicBezTo>
                  <a:cubicBezTo>
                    <a:pt x="45720" y="801370"/>
                    <a:pt x="29210" y="800100"/>
                    <a:pt x="20320" y="795020"/>
                  </a:cubicBezTo>
                  <a:cubicBezTo>
                    <a:pt x="11430" y="789940"/>
                    <a:pt x="2540" y="774700"/>
                    <a:pt x="1270" y="764540"/>
                  </a:cubicBezTo>
                  <a:cubicBezTo>
                    <a:pt x="0" y="755650"/>
                    <a:pt x="2540" y="748030"/>
                    <a:pt x="8890" y="739140"/>
                  </a:cubicBezTo>
                  <a:cubicBezTo>
                    <a:pt x="19050" y="723900"/>
                    <a:pt x="43180" y="702310"/>
                    <a:pt x="66040" y="688340"/>
                  </a:cubicBezTo>
                  <a:cubicBezTo>
                    <a:pt x="95250" y="671830"/>
                    <a:pt x="129540" y="669290"/>
                    <a:pt x="171450" y="651510"/>
                  </a:cubicBezTo>
                  <a:cubicBezTo>
                    <a:pt x="238760" y="622300"/>
                    <a:pt x="354330" y="570230"/>
                    <a:pt x="422910" y="515620"/>
                  </a:cubicBezTo>
                  <a:cubicBezTo>
                    <a:pt x="483870" y="467360"/>
                    <a:pt x="542290" y="391160"/>
                    <a:pt x="568960" y="351790"/>
                  </a:cubicBezTo>
                  <a:cubicBezTo>
                    <a:pt x="582930" y="331470"/>
                    <a:pt x="588010" y="322580"/>
                    <a:pt x="593090" y="303530"/>
                  </a:cubicBezTo>
                  <a:cubicBezTo>
                    <a:pt x="600710" y="275590"/>
                    <a:pt x="608330" y="231140"/>
                    <a:pt x="595630" y="198120"/>
                  </a:cubicBezTo>
                  <a:cubicBezTo>
                    <a:pt x="582930" y="158750"/>
                    <a:pt x="546100" y="105410"/>
                    <a:pt x="504190" y="87630"/>
                  </a:cubicBezTo>
                  <a:cubicBezTo>
                    <a:pt x="457200" y="67310"/>
                    <a:pt x="349250" y="78740"/>
                    <a:pt x="321310" y="99060"/>
                  </a:cubicBezTo>
                  <a:cubicBezTo>
                    <a:pt x="306070" y="110490"/>
                    <a:pt x="307340" y="128270"/>
                    <a:pt x="304800" y="144780"/>
                  </a:cubicBezTo>
                  <a:cubicBezTo>
                    <a:pt x="302260" y="163830"/>
                    <a:pt x="300990" y="187960"/>
                    <a:pt x="308610" y="207010"/>
                  </a:cubicBezTo>
                  <a:cubicBezTo>
                    <a:pt x="316230" y="226060"/>
                    <a:pt x="330200" y="243840"/>
                    <a:pt x="351790" y="256540"/>
                  </a:cubicBezTo>
                  <a:cubicBezTo>
                    <a:pt x="383540" y="274320"/>
                    <a:pt x="468630" y="262890"/>
                    <a:pt x="488950" y="281940"/>
                  </a:cubicBezTo>
                  <a:cubicBezTo>
                    <a:pt x="500380" y="293370"/>
                    <a:pt x="504190" y="313690"/>
                    <a:pt x="500380" y="323850"/>
                  </a:cubicBezTo>
                  <a:cubicBezTo>
                    <a:pt x="495300" y="335280"/>
                    <a:pt x="463550" y="349250"/>
                    <a:pt x="463550" y="34925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105829" y="4794573"/>
            <a:ext cx="378613" cy="467334"/>
            <a:chOff x="0" y="0"/>
            <a:chExt cx="466090" cy="5753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8260" y="46990"/>
              <a:ext cx="370840" cy="480060"/>
            </a:xfrm>
            <a:custGeom>
              <a:avLst/>
              <a:gdLst/>
              <a:ahLst/>
              <a:cxnLst/>
              <a:rect r="r" b="b" t="t" l="l"/>
              <a:pathLst>
                <a:path h="480060" w="370840">
                  <a:moveTo>
                    <a:pt x="88900" y="215900"/>
                  </a:moveTo>
                  <a:cubicBezTo>
                    <a:pt x="35560" y="190500"/>
                    <a:pt x="22860" y="176530"/>
                    <a:pt x="17780" y="158750"/>
                  </a:cubicBezTo>
                  <a:cubicBezTo>
                    <a:pt x="10160" y="135890"/>
                    <a:pt x="10160" y="93980"/>
                    <a:pt x="19050" y="72390"/>
                  </a:cubicBezTo>
                  <a:cubicBezTo>
                    <a:pt x="25400" y="54610"/>
                    <a:pt x="39370" y="41910"/>
                    <a:pt x="54610" y="31750"/>
                  </a:cubicBezTo>
                  <a:cubicBezTo>
                    <a:pt x="74930" y="19050"/>
                    <a:pt x="106680" y="10160"/>
                    <a:pt x="130810" y="6350"/>
                  </a:cubicBezTo>
                  <a:cubicBezTo>
                    <a:pt x="152400" y="2540"/>
                    <a:pt x="171450" y="0"/>
                    <a:pt x="195580" y="3810"/>
                  </a:cubicBezTo>
                  <a:cubicBezTo>
                    <a:pt x="228600" y="8890"/>
                    <a:pt x="283210" y="24130"/>
                    <a:pt x="313690" y="41910"/>
                  </a:cubicBezTo>
                  <a:cubicBezTo>
                    <a:pt x="336550" y="55880"/>
                    <a:pt x="359410" y="73660"/>
                    <a:pt x="365760" y="91440"/>
                  </a:cubicBezTo>
                  <a:cubicBezTo>
                    <a:pt x="370840" y="105410"/>
                    <a:pt x="367030" y="116840"/>
                    <a:pt x="361950" y="134620"/>
                  </a:cubicBezTo>
                  <a:cubicBezTo>
                    <a:pt x="350520" y="171450"/>
                    <a:pt x="314960" y="240030"/>
                    <a:pt x="275590" y="288290"/>
                  </a:cubicBezTo>
                  <a:cubicBezTo>
                    <a:pt x="228600" y="346710"/>
                    <a:pt x="134620" y="425450"/>
                    <a:pt x="88900" y="452120"/>
                  </a:cubicBezTo>
                  <a:cubicBezTo>
                    <a:pt x="67310" y="463550"/>
                    <a:pt x="50800" y="471170"/>
                    <a:pt x="36830" y="469900"/>
                  </a:cubicBezTo>
                  <a:cubicBezTo>
                    <a:pt x="26670" y="469900"/>
                    <a:pt x="17780" y="464820"/>
                    <a:pt x="12700" y="458470"/>
                  </a:cubicBezTo>
                  <a:cubicBezTo>
                    <a:pt x="6350" y="452120"/>
                    <a:pt x="2540" y="441960"/>
                    <a:pt x="2540" y="433070"/>
                  </a:cubicBezTo>
                  <a:cubicBezTo>
                    <a:pt x="1270" y="424180"/>
                    <a:pt x="3810" y="416560"/>
                    <a:pt x="11430" y="407670"/>
                  </a:cubicBezTo>
                  <a:cubicBezTo>
                    <a:pt x="21590" y="393700"/>
                    <a:pt x="44450" y="373380"/>
                    <a:pt x="71120" y="367030"/>
                  </a:cubicBezTo>
                  <a:cubicBezTo>
                    <a:pt x="115570" y="358140"/>
                    <a:pt x="215900" y="403860"/>
                    <a:pt x="257810" y="400050"/>
                  </a:cubicBezTo>
                  <a:cubicBezTo>
                    <a:pt x="280670" y="398780"/>
                    <a:pt x="293370" y="381000"/>
                    <a:pt x="307340" y="382270"/>
                  </a:cubicBezTo>
                  <a:cubicBezTo>
                    <a:pt x="318770" y="384810"/>
                    <a:pt x="330200" y="396240"/>
                    <a:pt x="335280" y="405130"/>
                  </a:cubicBezTo>
                  <a:cubicBezTo>
                    <a:pt x="339090" y="412750"/>
                    <a:pt x="340360" y="421640"/>
                    <a:pt x="337820" y="429260"/>
                  </a:cubicBezTo>
                  <a:cubicBezTo>
                    <a:pt x="332740" y="439420"/>
                    <a:pt x="313690" y="457200"/>
                    <a:pt x="300990" y="458470"/>
                  </a:cubicBezTo>
                  <a:cubicBezTo>
                    <a:pt x="290830" y="459740"/>
                    <a:pt x="275590" y="450850"/>
                    <a:pt x="269240" y="441960"/>
                  </a:cubicBezTo>
                  <a:cubicBezTo>
                    <a:pt x="262890" y="434340"/>
                    <a:pt x="260350" y="416560"/>
                    <a:pt x="264160" y="407670"/>
                  </a:cubicBezTo>
                  <a:cubicBezTo>
                    <a:pt x="267970" y="397510"/>
                    <a:pt x="280670" y="384810"/>
                    <a:pt x="290830" y="383540"/>
                  </a:cubicBezTo>
                  <a:cubicBezTo>
                    <a:pt x="303530" y="381000"/>
                    <a:pt x="326390" y="391160"/>
                    <a:pt x="334010" y="401320"/>
                  </a:cubicBezTo>
                  <a:cubicBezTo>
                    <a:pt x="339090" y="410210"/>
                    <a:pt x="340360" y="426720"/>
                    <a:pt x="334010" y="436880"/>
                  </a:cubicBezTo>
                  <a:cubicBezTo>
                    <a:pt x="323850" y="453390"/>
                    <a:pt x="284480" y="473710"/>
                    <a:pt x="252730" y="476250"/>
                  </a:cubicBezTo>
                  <a:cubicBezTo>
                    <a:pt x="210820" y="480060"/>
                    <a:pt x="147320" y="438150"/>
                    <a:pt x="105410" y="439420"/>
                  </a:cubicBezTo>
                  <a:cubicBezTo>
                    <a:pt x="76200" y="441960"/>
                    <a:pt x="45720" y="472440"/>
                    <a:pt x="27940" y="468630"/>
                  </a:cubicBezTo>
                  <a:cubicBezTo>
                    <a:pt x="16510" y="464820"/>
                    <a:pt x="6350" y="452120"/>
                    <a:pt x="3810" y="441960"/>
                  </a:cubicBezTo>
                  <a:cubicBezTo>
                    <a:pt x="0" y="431800"/>
                    <a:pt x="3810" y="417830"/>
                    <a:pt x="11430" y="407670"/>
                  </a:cubicBezTo>
                  <a:cubicBezTo>
                    <a:pt x="21590" y="392430"/>
                    <a:pt x="49530" y="387350"/>
                    <a:pt x="73660" y="369570"/>
                  </a:cubicBezTo>
                  <a:cubicBezTo>
                    <a:pt x="111760" y="341630"/>
                    <a:pt x="175260" y="290830"/>
                    <a:pt x="213360" y="245110"/>
                  </a:cubicBezTo>
                  <a:cubicBezTo>
                    <a:pt x="250190" y="201930"/>
                    <a:pt x="311150" y="132080"/>
                    <a:pt x="300990" y="105410"/>
                  </a:cubicBezTo>
                  <a:cubicBezTo>
                    <a:pt x="292100" y="83820"/>
                    <a:pt x="232410" y="81280"/>
                    <a:pt x="196850" y="80010"/>
                  </a:cubicBezTo>
                  <a:cubicBezTo>
                    <a:pt x="161290" y="78740"/>
                    <a:pt x="104140" y="81280"/>
                    <a:pt x="88900" y="97790"/>
                  </a:cubicBezTo>
                  <a:cubicBezTo>
                    <a:pt x="80010" y="106680"/>
                    <a:pt x="78740" y="129540"/>
                    <a:pt x="83820" y="138430"/>
                  </a:cubicBezTo>
                  <a:cubicBezTo>
                    <a:pt x="88900" y="146050"/>
                    <a:pt x="111760" y="140970"/>
                    <a:pt x="120650" y="148590"/>
                  </a:cubicBezTo>
                  <a:cubicBezTo>
                    <a:pt x="129540" y="154940"/>
                    <a:pt x="138430" y="168910"/>
                    <a:pt x="138430" y="179070"/>
                  </a:cubicBezTo>
                  <a:cubicBezTo>
                    <a:pt x="138430" y="189230"/>
                    <a:pt x="132080" y="204470"/>
                    <a:pt x="123190" y="210820"/>
                  </a:cubicBezTo>
                  <a:cubicBezTo>
                    <a:pt x="115570" y="217170"/>
                    <a:pt x="88900" y="215900"/>
                    <a:pt x="88900" y="2159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498885" y="5595128"/>
            <a:ext cx="204265" cy="236246"/>
            <a:chOff x="0" y="0"/>
            <a:chExt cx="251460" cy="2908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9530" y="48260"/>
              <a:ext cx="154940" cy="193040"/>
            </a:xfrm>
            <a:custGeom>
              <a:avLst/>
              <a:gdLst/>
              <a:ahLst/>
              <a:cxnLst/>
              <a:rect r="r" b="b" t="t" l="l"/>
              <a:pathLst>
                <a:path h="193040" w="154940">
                  <a:moveTo>
                    <a:pt x="111760" y="81280"/>
                  </a:moveTo>
                  <a:cubicBezTo>
                    <a:pt x="116840" y="119380"/>
                    <a:pt x="91440" y="120650"/>
                    <a:pt x="82550" y="114300"/>
                  </a:cubicBezTo>
                  <a:cubicBezTo>
                    <a:pt x="72390" y="107950"/>
                    <a:pt x="68580" y="72390"/>
                    <a:pt x="68580" y="72390"/>
                  </a:cubicBezTo>
                  <a:cubicBezTo>
                    <a:pt x="68580" y="72390"/>
                    <a:pt x="93980" y="129540"/>
                    <a:pt x="92710" y="149860"/>
                  </a:cubicBezTo>
                  <a:cubicBezTo>
                    <a:pt x="92710" y="162560"/>
                    <a:pt x="87630" y="175260"/>
                    <a:pt x="80010" y="182880"/>
                  </a:cubicBezTo>
                  <a:cubicBezTo>
                    <a:pt x="71120" y="189230"/>
                    <a:pt x="54610" y="193040"/>
                    <a:pt x="44450" y="190500"/>
                  </a:cubicBezTo>
                  <a:cubicBezTo>
                    <a:pt x="34290" y="186690"/>
                    <a:pt x="22860" y="175260"/>
                    <a:pt x="19050" y="165100"/>
                  </a:cubicBezTo>
                  <a:cubicBezTo>
                    <a:pt x="15240" y="154940"/>
                    <a:pt x="19050" y="138430"/>
                    <a:pt x="25400" y="129540"/>
                  </a:cubicBezTo>
                  <a:cubicBezTo>
                    <a:pt x="31750" y="121920"/>
                    <a:pt x="46990" y="115570"/>
                    <a:pt x="57150" y="115570"/>
                  </a:cubicBezTo>
                  <a:cubicBezTo>
                    <a:pt x="66040" y="115570"/>
                    <a:pt x="73660" y="118110"/>
                    <a:pt x="80010" y="124460"/>
                  </a:cubicBezTo>
                  <a:cubicBezTo>
                    <a:pt x="86360" y="130810"/>
                    <a:pt x="95250" y="147320"/>
                    <a:pt x="92710" y="157480"/>
                  </a:cubicBezTo>
                  <a:cubicBezTo>
                    <a:pt x="90170" y="168910"/>
                    <a:pt x="73660" y="189230"/>
                    <a:pt x="60960" y="190500"/>
                  </a:cubicBezTo>
                  <a:cubicBezTo>
                    <a:pt x="49530" y="193040"/>
                    <a:pt x="29210" y="182880"/>
                    <a:pt x="20320" y="168910"/>
                  </a:cubicBezTo>
                  <a:cubicBezTo>
                    <a:pt x="6350" y="147320"/>
                    <a:pt x="5080" y="81280"/>
                    <a:pt x="16510" y="55880"/>
                  </a:cubicBezTo>
                  <a:cubicBezTo>
                    <a:pt x="22860" y="40640"/>
                    <a:pt x="36830" y="29210"/>
                    <a:pt x="50800" y="24130"/>
                  </a:cubicBezTo>
                  <a:cubicBezTo>
                    <a:pt x="68580" y="17780"/>
                    <a:pt x="101600" y="16510"/>
                    <a:pt x="116840" y="29210"/>
                  </a:cubicBezTo>
                  <a:cubicBezTo>
                    <a:pt x="135890" y="44450"/>
                    <a:pt x="147320" y="101600"/>
                    <a:pt x="143510" y="125730"/>
                  </a:cubicBezTo>
                  <a:cubicBezTo>
                    <a:pt x="140970" y="142240"/>
                    <a:pt x="130810" y="156210"/>
                    <a:pt x="118110" y="165100"/>
                  </a:cubicBezTo>
                  <a:cubicBezTo>
                    <a:pt x="105410" y="173990"/>
                    <a:pt x="81280" y="180340"/>
                    <a:pt x="63500" y="177800"/>
                  </a:cubicBezTo>
                  <a:cubicBezTo>
                    <a:pt x="46990" y="175260"/>
                    <a:pt x="26670" y="162560"/>
                    <a:pt x="16510" y="147320"/>
                  </a:cubicBezTo>
                  <a:cubicBezTo>
                    <a:pt x="3810" y="128270"/>
                    <a:pt x="0" y="88900"/>
                    <a:pt x="1270" y="66040"/>
                  </a:cubicBezTo>
                  <a:cubicBezTo>
                    <a:pt x="3810" y="48260"/>
                    <a:pt x="8890" y="33020"/>
                    <a:pt x="17780" y="21590"/>
                  </a:cubicBezTo>
                  <a:cubicBezTo>
                    <a:pt x="26670" y="11430"/>
                    <a:pt x="41910" y="3810"/>
                    <a:pt x="55880" y="2540"/>
                  </a:cubicBezTo>
                  <a:cubicBezTo>
                    <a:pt x="71120" y="0"/>
                    <a:pt x="95250" y="5080"/>
                    <a:pt x="109220" y="13970"/>
                  </a:cubicBezTo>
                  <a:cubicBezTo>
                    <a:pt x="121920" y="20320"/>
                    <a:pt x="130810" y="29210"/>
                    <a:pt x="137160" y="43180"/>
                  </a:cubicBezTo>
                  <a:cubicBezTo>
                    <a:pt x="147320" y="60960"/>
                    <a:pt x="154940" y="93980"/>
                    <a:pt x="151130" y="116840"/>
                  </a:cubicBezTo>
                  <a:cubicBezTo>
                    <a:pt x="147320" y="137160"/>
                    <a:pt x="132080" y="167640"/>
                    <a:pt x="116840" y="172720"/>
                  </a:cubicBezTo>
                  <a:cubicBezTo>
                    <a:pt x="100330" y="177800"/>
                    <a:pt x="64770" y="156210"/>
                    <a:pt x="52070" y="142240"/>
                  </a:cubicBezTo>
                  <a:cubicBezTo>
                    <a:pt x="40640" y="129540"/>
                    <a:pt x="36830" y="110490"/>
                    <a:pt x="36830" y="96520"/>
                  </a:cubicBezTo>
                  <a:cubicBezTo>
                    <a:pt x="38100" y="85090"/>
                    <a:pt x="43180" y="69850"/>
                    <a:pt x="50800" y="63500"/>
                  </a:cubicBezTo>
                  <a:cubicBezTo>
                    <a:pt x="59690" y="57150"/>
                    <a:pt x="76200" y="53340"/>
                    <a:pt x="86360" y="57150"/>
                  </a:cubicBezTo>
                  <a:cubicBezTo>
                    <a:pt x="95250" y="59690"/>
                    <a:pt x="111760" y="81280"/>
                    <a:pt x="111760" y="812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891941" y="5136047"/>
            <a:ext cx="592163" cy="759289"/>
            <a:chOff x="0" y="0"/>
            <a:chExt cx="728980" cy="934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1910" y="50800"/>
              <a:ext cx="641350" cy="833120"/>
            </a:xfrm>
            <a:custGeom>
              <a:avLst/>
              <a:gdLst/>
              <a:ahLst/>
              <a:cxnLst/>
              <a:rect r="r" b="b" t="t" l="l"/>
              <a:pathLst>
                <a:path h="833120" w="641350">
                  <a:moveTo>
                    <a:pt x="121920" y="127000"/>
                  </a:moveTo>
                  <a:cubicBezTo>
                    <a:pt x="142240" y="62230"/>
                    <a:pt x="156210" y="43180"/>
                    <a:pt x="172720" y="31750"/>
                  </a:cubicBezTo>
                  <a:cubicBezTo>
                    <a:pt x="189230" y="20320"/>
                    <a:pt x="212090" y="13970"/>
                    <a:pt x="233680" y="8890"/>
                  </a:cubicBezTo>
                  <a:cubicBezTo>
                    <a:pt x="257810" y="3810"/>
                    <a:pt x="283210" y="0"/>
                    <a:pt x="309880" y="0"/>
                  </a:cubicBezTo>
                  <a:cubicBezTo>
                    <a:pt x="336550" y="0"/>
                    <a:pt x="369570" y="0"/>
                    <a:pt x="394970" y="11430"/>
                  </a:cubicBezTo>
                  <a:cubicBezTo>
                    <a:pt x="420370" y="22860"/>
                    <a:pt x="443230" y="44450"/>
                    <a:pt x="462280" y="66040"/>
                  </a:cubicBezTo>
                  <a:cubicBezTo>
                    <a:pt x="480060" y="87630"/>
                    <a:pt x="501650" y="110490"/>
                    <a:pt x="506730" y="139700"/>
                  </a:cubicBezTo>
                  <a:cubicBezTo>
                    <a:pt x="514350" y="176530"/>
                    <a:pt x="506730" y="233680"/>
                    <a:pt x="485140" y="273050"/>
                  </a:cubicBezTo>
                  <a:cubicBezTo>
                    <a:pt x="462280" y="316230"/>
                    <a:pt x="405130" y="363220"/>
                    <a:pt x="365760" y="386080"/>
                  </a:cubicBezTo>
                  <a:cubicBezTo>
                    <a:pt x="336550" y="401320"/>
                    <a:pt x="300990" y="410210"/>
                    <a:pt x="280670" y="410210"/>
                  </a:cubicBezTo>
                  <a:cubicBezTo>
                    <a:pt x="270510" y="410210"/>
                    <a:pt x="261620" y="407670"/>
                    <a:pt x="255270" y="402590"/>
                  </a:cubicBezTo>
                  <a:cubicBezTo>
                    <a:pt x="248920" y="397510"/>
                    <a:pt x="241300" y="388620"/>
                    <a:pt x="241300" y="379730"/>
                  </a:cubicBezTo>
                  <a:cubicBezTo>
                    <a:pt x="240030" y="368300"/>
                    <a:pt x="246380" y="350520"/>
                    <a:pt x="259080" y="340360"/>
                  </a:cubicBezTo>
                  <a:cubicBezTo>
                    <a:pt x="280670" y="321310"/>
                    <a:pt x="350520" y="307340"/>
                    <a:pt x="381000" y="302260"/>
                  </a:cubicBezTo>
                  <a:cubicBezTo>
                    <a:pt x="400050" y="298450"/>
                    <a:pt x="408940" y="297180"/>
                    <a:pt x="426720" y="299720"/>
                  </a:cubicBezTo>
                  <a:cubicBezTo>
                    <a:pt x="455930" y="303530"/>
                    <a:pt x="505460" y="314960"/>
                    <a:pt x="535940" y="332740"/>
                  </a:cubicBezTo>
                  <a:cubicBezTo>
                    <a:pt x="563880" y="347980"/>
                    <a:pt x="590550" y="372110"/>
                    <a:pt x="605790" y="392430"/>
                  </a:cubicBezTo>
                  <a:cubicBezTo>
                    <a:pt x="617220" y="407670"/>
                    <a:pt x="621030" y="417830"/>
                    <a:pt x="626110" y="439420"/>
                  </a:cubicBezTo>
                  <a:cubicBezTo>
                    <a:pt x="636270" y="480060"/>
                    <a:pt x="641350" y="582930"/>
                    <a:pt x="636270" y="622300"/>
                  </a:cubicBezTo>
                  <a:cubicBezTo>
                    <a:pt x="633730" y="642620"/>
                    <a:pt x="629920" y="652780"/>
                    <a:pt x="622300" y="668020"/>
                  </a:cubicBezTo>
                  <a:cubicBezTo>
                    <a:pt x="610870" y="685800"/>
                    <a:pt x="594360" y="699770"/>
                    <a:pt x="574040" y="717550"/>
                  </a:cubicBezTo>
                  <a:cubicBezTo>
                    <a:pt x="543560" y="742950"/>
                    <a:pt x="490220" y="786130"/>
                    <a:pt x="455930" y="803910"/>
                  </a:cubicBezTo>
                  <a:cubicBezTo>
                    <a:pt x="431800" y="815340"/>
                    <a:pt x="415290" y="817880"/>
                    <a:pt x="388620" y="822960"/>
                  </a:cubicBezTo>
                  <a:cubicBezTo>
                    <a:pt x="354330" y="829310"/>
                    <a:pt x="299720" y="833120"/>
                    <a:pt x="264160" y="831850"/>
                  </a:cubicBezTo>
                  <a:cubicBezTo>
                    <a:pt x="237490" y="830580"/>
                    <a:pt x="222250" y="830580"/>
                    <a:pt x="195580" y="820420"/>
                  </a:cubicBezTo>
                  <a:cubicBezTo>
                    <a:pt x="147320" y="802640"/>
                    <a:pt x="25400" y="745490"/>
                    <a:pt x="8890" y="704850"/>
                  </a:cubicBezTo>
                  <a:cubicBezTo>
                    <a:pt x="0" y="680720"/>
                    <a:pt x="17780" y="645160"/>
                    <a:pt x="29210" y="631190"/>
                  </a:cubicBezTo>
                  <a:cubicBezTo>
                    <a:pt x="38100" y="622300"/>
                    <a:pt x="52070" y="617220"/>
                    <a:pt x="62230" y="618490"/>
                  </a:cubicBezTo>
                  <a:cubicBezTo>
                    <a:pt x="72390" y="618490"/>
                    <a:pt x="87630" y="628650"/>
                    <a:pt x="92710" y="637540"/>
                  </a:cubicBezTo>
                  <a:cubicBezTo>
                    <a:pt x="97790" y="646430"/>
                    <a:pt x="97790" y="664210"/>
                    <a:pt x="92710" y="673100"/>
                  </a:cubicBezTo>
                  <a:cubicBezTo>
                    <a:pt x="87630" y="683260"/>
                    <a:pt x="72390" y="692150"/>
                    <a:pt x="63500" y="693420"/>
                  </a:cubicBezTo>
                  <a:cubicBezTo>
                    <a:pt x="55880" y="695960"/>
                    <a:pt x="45720" y="692150"/>
                    <a:pt x="39370" y="688340"/>
                  </a:cubicBezTo>
                  <a:cubicBezTo>
                    <a:pt x="33020" y="684530"/>
                    <a:pt x="25400" y="678180"/>
                    <a:pt x="24130" y="670560"/>
                  </a:cubicBezTo>
                  <a:cubicBezTo>
                    <a:pt x="20320" y="660400"/>
                    <a:pt x="20320" y="643890"/>
                    <a:pt x="26670" y="635000"/>
                  </a:cubicBezTo>
                  <a:cubicBezTo>
                    <a:pt x="34290" y="624840"/>
                    <a:pt x="58420" y="615950"/>
                    <a:pt x="71120" y="619760"/>
                  </a:cubicBezTo>
                  <a:cubicBezTo>
                    <a:pt x="82550" y="623570"/>
                    <a:pt x="95250" y="647700"/>
                    <a:pt x="96520" y="657860"/>
                  </a:cubicBezTo>
                  <a:cubicBezTo>
                    <a:pt x="97790" y="662940"/>
                    <a:pt x="97790" y="666750"/>
                    <a:pt x="93980" y="669290"/>
                  </a:cubicBezTo>
                  <a:cubicBezTo>
                    <a:pt x="88900" y="674370"/>
                    <a:pt x="60960" y="666750"/>
                    <a:pt x="60960" y="670560"/>
                  </a:cubicBezTo>
                  <a:cubicBezTo>
                    <a:pt x="58420" y="678180"/>
                    <a:pt x="158750" y="734060"/>
                    <a:pt x="210820" y="746760"/>
                  </a:cubicBezTo>
                  <a:cubicBezTo>
                    <a:pt x="261620" y="759460"/>
                    <a:pt x="325120" y="758190"/>
                    <a:pt x="370840" y="748030"/>
                  </a:cubicBezTo>
                  <a:cubicBezTo>
                    <a:pt x="406400" y="741680"/>
                    <a:pt x="431800" y="727710"/>
                    <a:pt x="461010" y="708660"/>
                  </a:cubicBezTo>
                  <a:cubicBezTo>
                    <a:pt x="495300" y="687070"/>
                    <a:pt x="543560" y="660400"/>
                    <a:pt x="560070" y="621030"/>
                  </a:cubicBezTo>
                  <a:cubicBezTo>
                    <a:pt x="577850" y="579120"/>
                    <a:pt x="571500" y="504190"/>
                    <a:pt x="553720" y="463550"/>
                  </a:cubicBezTo>
                  <a:cubicBezTo>
                    <a:pt x="541020" y="431800"/>
                    <a:pt x="510540" y="405130"/>
                    <a:pt x="486410" y="389890"/>
                  </a:cubicBezTo>
                  <a:cubicBezTo>
                    <a:pt x="468630" y="379730"/>
                    <a:pt x="449580" y="377190"/>
                    <a:pt x="427990" y="375920"/>
                  </a:cubicBezTo>
                  <a:cubicBezTo>
                    <a:pt x="406400" y="373380"/>
                    <a:pt x="382270" y="373380"/>
                    <a:pt x="358140" y="378460"/>
                  </a:cubicBezTo>
                  <a:cubicBezTo>
                    <a:pt x="332740" y="384810"/>
                    <a:pt x="299720" y="408940"/>
                    <a:pt x="280670" y="410210"/>
                  </a:cubicBezTo>
                  <a:cubicBezTo>
                    <a:pt x="270510" y="411480"/>
                    <a:pt x="261620" y="407670"/>
                    <a:pt x="255270" y="402590"/>
                  </a:cubicBezTo>
                  <a:cubicBezTo>
                    <a:pt x="248920" y="397510"/>
                    <a:pt x="241300" y="388620"/>
                    <a:pt x="241300" y="379730"/>
                  </a:cubicBezTo>
                  <a:cubicBezTo>
                    <a:pt x="240030" y="368300"/>
                    <a:pt x="247650" y="349250"/>
                    <a:pt x="259080" y="340360"/>
                  </a:cubicBezTo>
                  <a:cubicBezTo>
                    <a:pt x="271780" y="328930"/>
                    <a:pt x="297180" y="336550"/>
                    <a:pt x="318770" y="326390"/>
                  </a:cubicBezTo>
                  <a:cubicBezTo>
                    <a:pt x="347980" y="312420"/>
                    <a:pt x="396240" y="276860"/>
                    <a:pt x="414020" y="246380"/>
                  </a:cubicBezTo>
                  <a:cubicBezTo>
                    <a:pt x="430530" y="222250"/>
                    <a:pt x="438150" y="185420"/>
                    <a:pt x="434340" y="162560"/>
                  </a:cubicBezTo>
                  <a:cubicBezTo>
                    <a:pt x="431800" y="146050"/>
                    <a:pt x="419100" y="134620"/>
                    <a:pt x="408940" y="121920"/>
                  </a:cubicBezTo>
                  <a:cubicBezTo>
                    <a:pt x="398780" y="107950"/>
                    <a:pt x="391160" y="91440"/>
                    <a:pt x="374650" y="83820"/>
                  </a:cubicBezTo>
                  <a:cubicBezTo>
                    <a:pt x="347980" y="72390"/>
                    <a:pt x="285750" y="77470"/>
                    <a:pt x="255270" y="82550"/>
                  </a:cubicBezTo>
                  <a:cubicBezTo>
                    <a:pt x="234950" y="86360"/>
                    <a:pt x="217170" y="90170"/>
                    <a:pt x="205740" y="101600"/>
                  </a:cubicBezTo>
                  <a:cubicBezTo>
                    <a:pt x="195580" y="113030"/>
                    <a:pt x="200660" y="140970"/>
                    <a:pt x="193040" y="153670"/>
                  </a:cubicBezTo>
                  <a:cubicBezTo>
                    <a:pt x="185420" y="163830"/>
                    <a:pt x="173990" y="172720"/>
                    <a:pt x="163830" y="173990"/>
                  </a:cubicBezTo>
                  <a:cubicBezTo>
                    <a:pt x="152400" y="175260"/>
                    <a:pt x="137160" y="168910"/>
                    <a:pt x="129540" y="161290"/>
                  </a:cubicBezTo>
                  <a:cubicBezTo>
                    <a:pt x="123190" y="153670"/>
                    <a:pt x="121920" y="127000"/>
                    <a:pt x="121920" y="12700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502673" y="4712042"/>
            <a:ext cx="225930" cy="582878"/>
            <a:chOff x="0" y="0"/>
            <a:chExt cx="278130" cy="7175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49530"/>
              <a:ext cx="190500" cy="618490"/>
            </a:xfrm>
            <a:custGeom>
              <a:avLst/>
              <a:gdLst/>
              <a:ahLst/>
              <a:cxnLst/>
              <a:rect r="r" b="b" t="t" l="l"/>
              <a:pathLst>
                <a:path h="618490" w="190500">
                  <a:moveTo>
                    <a:pt x="0" y="393700"/>
                  </a:moveTo>
                  <a:cubicBezTo>
                    <a:pt x="81280" y="86360"/>
                    <a:pt x="96520" y="22860"/>
                    <a:pt x="91440" y="20320"/>
                  </a:cubicBezTo>
                  <a:cubicBezTo>
                    <a:pt x="88900" y="19050"/>
                    <a:pt x="81280" y="29210"/>
                    <a:pt x="81280" y="29210"/>
                  </a:cubicBezTo>
                  <a:cubicBezTo>
                    <a:pt x="81280" y="29210"/>
                    <a:pt x="102870" y="3810"/>
                    <a:pt x="114300" y="1270"/>
                  </a:cubicBezTo>
                  <a:cubicBezTo>
                    <a:pt x="124460" y="0"/>
                    <a:pt x="138430" y="5080"/>
                    <a:pt x="147320" y="15240"/>
                  </a:cubicBezTo>
                  <a:cubicBezTo>
                    <a:pt x="162560" y="33020"/>
                    <a:pt x="166370" y="72390"/>
                    <a:pt x="171450" y="119380"/>
                  </a:cubicBezTo>
                  <a:cubicBezTo>
                    <a:pt x="184150" y="217170"/>
                    <a:pt x="190500" y="516890"/>
                    <a:pt x="176530" y="579120"/>
                  </a:cubicBezTo>
                  <a:cubicBezTo>
                    <a:pt x="171450" y="596900"/>
                    <a:pt x="167640" y="604520"/>
                    <a:pt x="160020" y="610870"/>
                  </a:cubicBezTo>
                  <a:cubicBezTo>
                    <a:pt x="152400" y="615950"/>
                    <a:pt x="142240" y="618490"/>
                    <a:pt x="133350" y="617220"/>
                  </a:cubicBezTo>
                  <a:cubicBezTo>
                    <a:pt x="124460" y="615950"/>
                    <a:pt x="114300" y="610870"/>
                    <a:pt x="109220" y="604520"/>
                  </a:cubicBezTo>
                  <a:cubicBezTo>
                    <a:pt x="104140" y="598170"/>
                    <a:pt x="99060" y="588010"/>
                    <a:pt x="100330" y="579120"/>
                  </a:cubicBezTo>
                  <a:cubicBezTo>
                    <a:pt x="101600" y="567690"/>
                    <a:pt x="114300" y="548640"/>
                    <a:pt x="124460" y="543560"/>
                  </a:cubicBezTo>
                  <a:cubicBezTo>
                    <a:pt x="134620" y="539750"/>
                    <a:pt x="151130" y="542290"/>
                    <a:pt x="160020" y="548640"/>
                  </a:cubicBezTo>
                  <a:cubicBezTo>
                    <a:pt x="168910" y="554990"/>
                    <a:pt x="176530" y="570230"/>
                    <a:pt x="175260" y="580390"/>
                  </a:cubicBezTo>
                  <a:cubicBezTo>
                    <a:pt x="175260" y="590550"/>
                    <a:pt x="167640" y="605790"/>
                    <a:pt x="158750" y="610870"/>
                  </a:cubicBezTo>
                  <a:cubicBezTo>
                    <a:pt x="149860" y="617220"/>
                    <a:pt x="132080" y="618490"/>
                    <a:pt x="123190" y="614680"/>
                  </a:cubicBezTo>
                  <a:cubicBezTo>
                    <a:pt x="113030" y="609600"/>
                    <a:pt x="102870" y="596900"/>
                    <a:pt x="100330" y="586740"/>
                  </a:cubicBezTo>
                  <a:cubicBezTo>
                    <a:pt x="97790" y="576580"/>
                    <a:pt x="102870" y="560070"/>
                    <a:pt x="110490" y="552450"/>
                  </a:cubicBezTo>
                  <a:cubicBezTo>
                    <a:pt x="118110" y="544830"/>
                    <a:pt x="134620" y="538480"/>
                    <a:pt x="144780" y="542290"/>
                  </a:cubicBezTo>
                  <a:cubicBezTo>
                    <a:pt x="156210" y="544830"/>
                    <a:pt x="173990" y="563880"/>
                    <a:pt x="175260" y="576580"/>
                  </a:cubicBezTo>
                  <a:cubicBezTo>
                    <a:pt x="177800" y="586740"/>
                    <a:pt x="161290" y="608330"/>
                    <a:pt x="161290" y="609600"/>
                  </a:cubicBezTo>
                  <a:cubicBezTo>
                    <a:pt x="162560" y="609600"/>
                    <a:pt x="175260" y="588010"/>
                    <a:pt x="175260" y="588010"/>
                  </a:cubicBezTo>
                  <a:cubicBezTo>
                    <a:pt x="175260" y="588010"/>
                    <a:pt x="166370" y="605790"/>
                    <a:pt x="160020" y="610870"/>
                  </a:cubicBezTo>
                  <a:cubicBezTo>
                    <a:pt x="152400" y="615950"/>
                    <a:pt x="142240" y="618490"/>
                    <a:pt x="133350" y="617220"/>
                  </a:cubicBezTo>
                  <a:cubicBezTo>
                    <a:pt x="124460" y="615950"/>
                    <a:pt x="114300" y="610870"/>
                    <a:pt x="109220" y="604520"/>
                  </a:cubicBezTo>
                  <a:cubicBezTo>
                    <a:pt x="104140" y="598170"/>
                    <a:pt x="102870" y="593090"/>
                    <a:pt x="100330" y="579120"/>
                  </a:cubicBezTo>
                  <a:cubicBezTo>
                    <a:pt x="88900" y="521970"/>
                    <a:pt x="105410" y="219710"/>
                    <a:pt x="96520" y="127000"/>
                  </a:cubicBezTo>
                  <a:cubicBezTo>
                    <a:pt x="92710" y="86360"/>
                    <a:pt x="74930" y="59690"/>
                    <a:pt x="80010" y="38100"/>
                  </a:cubicBezTo>
                  <a:cubicBezTo>
                    <a:pt x="82550" y="22860"/>
                    <a:pt x="93980" y="7620"/>
                    <a:pt x="105410" y="3810"/>
                  </a:cubicBezTo>
                  <a:cubicBezTo>
                    <a:pt x="116840" y="0"/>
                    <a:pt x="138430" y="3810"/>
                    <a:pt x="147320" y="15240"/>
                  </a:cubicBezTo>
                  <a:cubicBezTo>
                    <a:pt x="162560" y="35560"/>
                    <a:pt x="152400" y="96520"/>
                    <a:pt x="146050" y="148590"/>
                  </a:cubicBezTo>
                  <a:cubicBezTo>
                    <a:pt x="134620" y="222250"/>
                    <a:pt x="93980" y="377190"/>
                    <a:pt x="72390" y="414020"/>
                  </a:cubicBezTo>
                  <a:cubicBezTo>
                    <a:pt x="66040" y="425450"/>
                    <a:pt x="62230" y="430530"/>
                    <a:pt x="54610" y="434340"/>
                  </a:cubicBezTo>
                  <a:cubicBezTo>
                    <a:pt x="46990" y="436880"/>
                    <a:pt x="35560" y="438150"/>
                    <a:pt x="26670" y="435610"/>
                  </a:cubicBezTo>
                  <a:cubicBezTo>
                    <a:pt x="19050" y="433070"/>
                    <a:pt x="10160" y="426720"/>
                    <a:pt x="5080" y="419100"/>
                  </a:cubicBezTo>
                  <a:cubicBezTo>
                    <a:pt x="1270" y="412750"/>
                    <a:pt x="0" y="393700"/>
                    <a:pt x="0" y="3937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91672" y="5584812"/>
            <a:ext cx="204265" cy="213550"/>
            <a:chOff x="0" y="0"/>
            <a:chExt cx="251460" cy="262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6990" y="43180"/>
              <a:ext cx="158750" cy="170180"/>
            </a:xfrm>
            <a:custGeom>
              <a:avLst/>
              <a:gdLst/>
              <a:ahLst/>
              <a:cxnLst/>
              <a:rect r="r" b="b" t="t" l="l"/>
              <a:pathLst>
                <a:path h="170180" w="158750">
                  <a:moveTo>
                    <a:pt x="130810" y="92710"/>
                  </a:moveTo>
                  <a:cubicBezTo>
                    <a:pt x="93980" y="123190"/>
                    <a:pt x="40640" y="68580"/>
                    <a:pt x="41910" y="67310"/>
                  </a:cubicBezTo>
                  <a:cubicBezTo>
                    <a:pt x="41910" y="66040"/>
                    <a:pt x="71120" y="78740"/>
                    <a:pt x="78740" y="88900"/>
                  </a:cubicBezTo>
                  <a:cubicBezTo>
                    <a:pt x="85090" y="99060"/>
                    <a:pt x="88900" y="115570"/>
                    <a:pt x="86360" y="128270"/>
                  </a:cubicBezTo>
                  <a:cubicBezTo>
                    <a:pt x="83820" y="142240"/>
                    <a:pt x="66040" y="166370"/>
                    <a:pt x="55880" y="168910"/>
                  </a:cubicBezTo>
                  <a:cubicBezTo>
                    <a:pt x="48260" y="170180"/>
                    <a:pt x="36830" y="163830"/>
                    <a:pt x="31750" y="156210"/>
                  </a:cubicBezTo>
                  <a:cubicBezTo>
                    <a:pt x="25400" y="148590"/>
                    <a:pt x="20320" y="133350"/>
                    <a:pt x="22860" y="123190"/>
                  </a:cubicBezTo>
                  <a:cubicBezTo>
                    <a:pt x="24130" y="111760"/>
                    <a:pt x="35560" y="97790"/>
                    <a:pt x="45720" y="95250"/>
                  </a:cubicBezTo>
                  <a:cubicBezTo>
                    <a:pt x="57150" y="92710"/>
                    <a:pt x="85090" y="104140"/>
                    <a:pt x="92710" y="113030"/>
                  </a:cubicBezTo>
                  <a:cubicBezTo>
                    <a:pt x="97790" y="119380"/>
                    <a:pt x="99060" y="128270"/>
                    <a:pt x="97790" y="137160"/>
                  </a:cubicBezTo>
                  <a:cubicBezTo>
                    <a:pt x="95250" y="146050"/>
                    <a:pt x="86360" y="161290"/>
                    <a:pt x="76200" y="165100"/>
                  </a:cubicBezTo>
                  <a:cubicBezTo>
                    <a:pt x="64770" y="170180"/>
                    <a:pt x="39370" y="165100"/>
                    <a:pt x="30480" y="156210"/>
                  </a:cubicBezTo>
                  <a:cubicBezTo>
                    <a:pt x="22860" y="148590"/>
                    <a:pt x="20320" y="132080"/>
                    <a:pt x="22860" y="121920"/>
                  </a:cubicBezTo>
                  <a:cubicBezTo>
                    <a:pt x="25400" y="111760"/>
                    <a:pt x="36830" y="99060"/>
                    <a:pt x="46990" y="95250"/>
                  </a:cubicBezTo>
                  <a:cubicBezTo>
                    <a:pt x="57150" y="91440"/>
                    <a:pt x="73660" y="93980"/>
                    <a:pt x="82550" y="100330"/>
                  </a:cubicBezTo>
                  <a:cubicBezTo>
                    <a:pt x="90170" y="106680"/>
                    <a:pt x="97790" y="121920"/>
                    <a:pt x="97790" y="132080"/>
                  </a:cubicBezTo>
                  <a:cubicBezTo>
                    <a:pt x="97790" y="143510"/>
                    <a:pt x="88900" y="157480"/>
                    <a:pt x="80010" y="163830"/>
                  </a:cubicBezTo>
                  <a:cubicBezTo>
                    <a:pt x="71120" y="168910"/>
                    <a:pt x="55880" y="170180"/>
                    <a:pt x="46990" y="166370"/>
                  </a:cubicBezTo>
                  <a:cubicBezTo>
                    <a:pt x="38100" y="163830"/>
                    <a:pt x="30480" y="156210"/>
                    <a:pt x="26670" y="149860"/>
                  </a:cubicBezTo>
                  <a:cubicBezTo>
                    <a:pt x="21590" y="142240"/>
                    <a:pt x="20320" y="130810"/>
                    <a:pt x="22860" y="123190"/>
                  </a:cubicBezTo>
                  <a:cubicBezTo>
                    <a:pt x="24130" y="114300"/>
                    <a:pt x="30480" y="105410"/>
                    <a:pt x="36830" y="100330"/>
                  </a:cubicBezTo>
                  <a:cubicBezTo>
                    <a:pt x="44450" y="95250"/>
                    <a:pt x="57150" y="99060"/>
                    <a:pt x="63500" y="92710"/>
                  </a:cubicBezTo>
                  <a:cubicBezTo>
                    <a:pt x="72390" y="86360"/>
                    <a:pt x="69850" y="59690"/>
                    <a:pt x="81280" y="55880"/>
                  </a:cubicBezTo>
                  <a:cubicBezTo>
                    <a:pt x="93980" y="50800"/>
                    <a:pt x="133350" y="68580"/>
                    <a:pt x="142240" y="83820"/>
                  </a:cubicBezTo>
                  <a:cubicBezTo>
                    <a:pt x="149860" y="99060"/>
                    <a:pt x="144780" y="132080"/>
                    <a:pt x="135890" y="146050"/>
                  </a:cubicBezTo>
                  <a:cubicBezTo>
                    <a:pt x="128270" y="156210"/>
                    <a:pt x="113030" y="161290"/>
                    <a:pt x="100330" y="163830"/>
                  </a:cubicBezTo>
                  <a:cubicBezTo>
                    <a:pt x="85090" y="166370"/>
                    <a:pt x="62230" y="162560"/>
                    <a:pt x="48260" y="156210"/>
                  </a:cubicBezTo>
                  <a:cubicBezTo>
                    <a:pt x="36830" y="151130"/>
                    <a:pt x="26670" y="143510"/>
                    <a:pt x="19050" y="132080"/>
                  </a:cubicBezTo>
                  <a:cubicBezTo>
                    <a:pt x="8890" y="114300"/>
                    <a:pt x="0" y="74930"/>
                    <a:pt x="3810" y="52070"/>
                  </a:cubicBezTo>
                  <a:cubicBezTo>
                    <a:pt x="7620" y="34290"/>
                    <a:pt x="19050" y="13970"/>
                    <a:pt x="35560" y="7620"/>
                  </a:cubicBezTo>
                  <a:cubicBezTo>
                    <a:pt x="57150" y="0"/>
                    <a:pt x="111760" y="19050"/>
                    <a:pt x="132080" y="33020"/>
                  </a:cubicBezTo>
                  <a:cubicBezTo>
                    <a:pt x="144780" y="41910"/>
                    <a:pt x="149860" y="54610"/>
                    <a:pt x="153670" y="67310"/>
                  </a:cubicBezTo>
                  <a:cubicBezTo>
                    <a:pt x="157480" y="81280"/>
                    <a:pt x="158750" y="97790"/>
                    <a:pt x="152400" y="113030"/>
                  </a:cubicBezTo>
                  <a:cubicBezTo>
                    <a:pt x="146050" y="129540"/>
                    <a:pt x="124460" y="154940"/>
                    <a:pt x="107950" y="160020"/>
                  </a:cubicBezTo>
                  <a:cubicBezTo>
                    <a:pt x="92710" y="163830"/>
                    <a:pt x="68580" y="156210"/>
                    <a:pt x="58420" y="144780"/>
                  </a:cubicBezTo>
                  <a:cubicBezTo>
                    <a:pt x="46990" y="133350"/>
                    <a:pt x="40640" y="107950"/>
                    <a:pt x="43180" y="90170"/>
                  </a:cubicBezTo>
                  <a:cubicBezTo>
                    <a:pt x="45720" y="73660"/>
                    <a:pt x="62230" y="52070"/>
                    <a:pt x="73660" y="43180"/>
                  </a:cubicBezTo>
                  <a:cubicBezTo>
                    <a:pt x="81280" y="36830"/>
                    <a:pt x="90170" y="33020"/>
                    <a:pt x="99060" y="33020"/>
                  </a:cubicBezTo>
                  <a:cubicBezTo>
                    <a:pt x="106680" y="33020"/>
                    <a:pt x="118110" y="36830"/>
                    <a:pt x="124460" y="41910"/>
                  </a:cubicBezTo>
                  <a:cubicBezTo>
                    <a:pt x="130810" y="48260"/>
                    <a:pt x="135890" y="57150"/>
                    <a:pt x="137160" y="66040"/>
                  </a:cubicBezTo>
                  <a:cubicBezTo>
                    <a:pt x="138430" y="73660"/>
                    <a:pt x="130810" y="92710"/>
                    <a:pt x="130810" y="927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396076" y="5086528"/>
            <a:ext cx="290923" cy="371391"/>
            <a:chOff x="0" y="0"/>
            <a:chExt cx="358140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49530" y="48260"/>
              <a:ext cx="257810" cy="358140"/>
            </a:xfrm>
            <a:custGeom>
              <a:avLst/>
              <a:gdLst/>
              <a:ahLst/>
              <a:cxnLst/>
              <a:rect r="r" b="b" t="t" l="l"/>
              <a:pathLst>
                <a:path h="358140" w="257810">
                  <a:moveTo>
                    <a:pt x="248920" y="62230"/>
                  </a:moveTo>
                  <a:cubicBezTo>
                    <a:pt x="91440" y="292100"/>
                    <a:pt x="81280" y="331470"/>
                    <a:pt x="66040" y="346710"/>
                  </a:cubicBezTo>
                  <a:cubicBezTo>
                    <a:pt x="58420" y="353060"/>
                    <a:pt x="52070" y="356870"/>
                    <a:pt x="44450" y="356870"/>
                  </a:cubicBezTo>
                  <a:cubicBezTo>
                    <a:pt x="34290" y="358140"/>
                    <a:pt x="17780" y="353060"/>
                    <a:pt x="10160" y="345440"/>
                  </a:cubicBezTo>
                  <a:cubicBezTo>
                    <a:pt x="3810" y="335280"/>
                    <a:pt x="2540" y="309880"/>
                    <a:pt x="6350" y="299720"/>
                  </a:cubicBezTo>
                  <a:cubicBezTo>
                    <a:pt x="10160" y="290830"/>
                    <a:pt x="17780" y="285750"/>
                    <a:pt x="25400" y="283210"/>
                  </a:cubicBezTo>
                  <a:cubicBezTo>
                    <a:pt x="35560" y="280670"/>
                    <a:pt x="52070" y="281940"/>
                    <a:pt x="60960" y="288290"/>
                  </a:cubicBezTo>
                  <a:cubicBezTo>
                    <a:pt x="69850" y="294640"/>
                    <a:pt x="76200" y="311150"/>
                    <a:pt x="77470" y="320040"/>
                  </a:cubicBezTo>
                  <a:cubicBezTo>
                    <a:pt x="77470" y="328930"/>
                    <a:pt x="74930" y="337820"/>
                    <a:pt x="68580" y="342900"/>
                  </a:cubicBezTo>
                  <a:cubicBezTo>
                    <a:pt x="62230" y="350520"/>
                    <a:pt x="45720" y="356870"/>
                    <a:pt x="35560" y="358140"/>
                  </a:cubicBezTo>
                  <a:cubicBezTo>
                    <a:pt x="27940" y="358140"/>
                    <a:pt x="19050" y="354330"/>
                    <a:pt x="13970" y="347980"/>
                  </a:cubicBezTo>
                  <a:cubicBezTo>
                    <a:pt x="6350" y="340360"/>
                    <a:pt x="0" y="328930"/>
                    <a:pt x="1270" y="314960"/>
                  </a:cubicBezTo>
                  <a:cubicBezTo>
                    <a:pt x="2540" y="289560"/>
                    <a:pt x="25400" y="252730"/>
                    <a:pt x="48260" y="215900"/>
                  </a:cubicBezTo>
                  <a:cubicBezTo>
                    <a:pt x="81280" y="160020"/>
                    <a:pt x="160020" y="44450"/>
                    <a:pt x="187960" y="16510"/>
                  </a:cubicBezTo>
                  <a:cubicBezTo>
                    <a:pt x="198120" y="7620"/>
                    <a:pt x="203200" y="3810"/>
                    <a:pt x="210820" y="2540"/>
                  </a:cubicBezTo>
                  <a:cubicBezTo>
                    <a:pt x="219710" y="0"/>
                    <a:pt x="231140" y="1270"/>
                    <a:pt x="237490" y="6350"/>
                  </a:cubicBezTo>
                  <a:cubicBezTo>
                    <a:pt x="246380" y="12700"/>
                    <a:pt x="255270" y="26670"/>
                    <a:pt x="256540" y="36830"/>
                  </a:cubicBezTo>
                  <a:cubicBezTo>
                    <a:pt x="257810" y="45720"/>
                    <a:pt x="248920" y="62230"/>
                    <a:pt x="248920" y="6223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379570" y="5298015"/>
            <a:ext cx="640650" cy="542644"/>
            <a:chOff x="0" y="0"/>
            <a:chExt cx="788670" cy="6680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48260" y="50800"/>
              <a:ext cx="692150" cy="568960"/>
            </a:xfrm>
            <a:custGeom>
              <a:avLst/>
              <a:gdLst/>
              <a:ahLst/>
              <a:cxnLst/>
              <a:rect r="r" b="b" t="t" l="l"/>
              <a:pathLst>
                <a:path h="568960" w="692150">
                  <a:moveTo>
                    <a:pt x="33020" y="69850"/>
                  </a:moveTo>
                  <a:cubicBezTo>
                    <a:pt x="87630" y="22860"/>
                    <a:pt x="107950" y="16510"/>
                    <a:pt x="133350" y="11430"/>
                  </a:cubicBezTo>
                  <a:cubicBezTo>
                    <a:pt x="167640" y="3810"/>
                    <a:pt x="219710" y="0"/>
                    <a:pt x="256540" y="0"/>
                  </a:cubicBezTo>
                  <a:cubicBezTo>
                    <a:pt x="284480" y="1270"/>
                    <a:pt x="303530" y="3810"/>
                    <a:pt x="334010" y="11430"/>
                  </a:cubicBezTo>
                  <a:cubicBezTo>
                    <a:pt x="381000" y="22860"/>
                    <a:pt x="459740" y="40640"/>
                    <a:pt x="510540" y="68580"/>
                  </a:cubicBezTo>
                  <a:cubicBezTo>
                    <a:pt x="557530" y="93980"/>
                    <a:pt x="600710" y="128270"/>
                    <a:pt x="629920" y="168910"/>
                  </a:cubicBezTo>
                  <a:cubicBezTo>
                    <a:pt x="659130" y="209550"/>
                    <a:pt x="683260" y="273050"/>
                    <a:pt x="688340" y="312420"/>
                  </a:cubicBezTo>
                  <a:cubicBezTo>
                    <a:pt x="692150" y="339090"/>
                    <a:pt x="688340" y="359410"/>
                    <a:pt x="683260" y="381000"/>
                  </a:cubicBezTo>
                  <a:cubicBezTo>
                    <a:pt x="676910" y="402590"/>
                    <a:pt x="669290" y="422910"/>
                    <a:pt x="651510" y="441960"/>
                  </a:cubicBezTo>
                  <a:cubicBezTo>
                    <a:pt x="626110" y="471170"/>
                    <a:pt x="574040" y="502920"/>
                    <a:pt x="527050" y="523240"/>
                  </a:cubicBezTo>
                  <a:cubicBezTo>
                    <a:pt x="473710" y="546100"/>
                    <a:pt x="402590" y="562610"/>
                    <a:pt x="341630" y="565150"/>
                  </a:cubicBezTo>
                  <a:cubicBezTo>
                    <a:pt x="283210" y="568960"/>
                    <a:pt x="217170" y="557530"/>
                    <a:pt x="166370" y="544830"/>
                  </a:cubicBezTo>
                  <a:cubicBezTo>
                    <a:pt x="124460" y="533400"/>
                    <a:pt x="85090" y="520700"/>
                    <a:pt x="55880" y="500380"/>
                  </a:cubicBezTo>
                  <a:cubicBezTo>
                    <a:pt x="33020" y="485140"/>
                    <a:pt x="7620" y="458470"/>
                    <a:pt x="2540" y="441960"/>
                  </a:cubicBezTo>
                  <a:cubicBezTo>
                    <a:pt x="0" y="433070"/>
                    <a:pt x="2540" y="424180"/>
                    <a:pt x="7620" y="417830"/>
                  </a:cubicBezTo>
                  <a:cubicBezTo>
                    <a:pt x="12700" y="408940"/>
                    <a:pt x="26670" y="398780"/>
                    <a:pt x="38100" y="398780"/>
                  </a:cubicBezTo>
                  <a:cubicBezTo>
                    <a:pt x="48260" y="397510"/>
                    <a:pt x="63500" y="405130"/>
                    <a:pt x="69850" y="412750"/>
                  </a:cubicBezTo>
                  <a:cubicBezTo>
                    <a:pt x="76200" y="419100"/>
                    <a:pt x="78740" y="427990"/>
                    <a:pt x="78740" y="435610"/>
                  </a:cubicBezTo>
                  <a:cubicBezTo>
                    <a:pt x="78740" y="443230"/>
                    <a:pt x="76200" y="452120"/>
                    <a:pt x="71120" y="458470"/>
                  </a:cubicBezTo>
                  <a:cubicBezTo>
                    <a:pt x="64770" y="466090"/>
                    <a:pt x="49530" y="473710"/>
                    <a:pt x="39370" y="474980"/>
                  </a:cubicBezTo>
                  <a:cubicBezTo>
                    <a:pt x="31750" y="474980"/>
                    <a:pt x="22860" y="472440"/>
                    <a:pt x="16510" y="466090"/>
                  </a:cubicBezTo>
                  <a:cubicBezTo>
                    <a:pt x="8890" y="459740"/>
                    <a:pt x="1270" y="444500"/>
                    <a:pt x="2540" y="433070"/>
                  </a:cubicBezTo>
                  <a:cubicBezTo>
                    <a:pt x="5080" y="421640"/>
                    <a:pt x="17780" y="402590"/>
                    <a:pt x="33020" y="398780"/>
                  </a:cubicBezTo>
                  <a:cubicBezTo>
                    <a:pt x="63500" y="393700"/>
                    <a:pt x="140970" y="455930"/>
                    <a:pt x="181610" y="469900"/>
                  </a:cubicBezTo>
                  <a:cubicBezTo>
                    <a:pt x="208280" y="478790"/>
                    <a:pt x="226060" y="480060"/>
                    <a:pt x="250190" y="483870"/>
                  </a:cubicBezTo>
                  <a:cubicBezTo>
                    <a:pt x="275590" y="487680"/>
                    <a:pt x="299720" y="492760"/>
                    <a:pt x="331470" y="490220"/>
                  </a:cubicBezTo>
                  <a:cubicBezTo>
                    <a:pt x="375920" y="487680"/>
                    <a:pt x="443230" y="477520"/>
                    <a:pt x="490220" y="455930"/>
                  </a:cubicBezTo>
                  <a:cubicBezTo>
                    <a:pt x="534670" y="436880"/>
                    <a:pt x="590550" y="402590"/>
                    <a:pt x="607060" y="370840"/>
                  </a:cubicBezTo>
                  <a:cubicBezTo>
                    <a:pt x="619760" y="347980"/>
                    <a:pt x="615950" y="322580"/>
                    <a:pt x="609600" y="295910"/>
                  </a:cubicBezTo>
                  <a:cubicBezTo>
                    <a:pt x="601980" y="262890"/>
                    <a:pt x="574040" y="217170"/>
                    <a:pt x="551180" y="190500"/>
                  </a:cubicBezTo>
                  <a:cubicBezTo>
                    <a:pt x="532130" y="167640"/>
                    <a:pt x="516890" y="154940"/>
                    <a:pt x="487680" y="140970"/>
                  </a:cubicBezTo>
                  <a:cubicBezTo>
                    <a:pt x="435610" y="114300"/>
                    <a:pt x="326390" y="82550"/>
                    <a:pt x="259080" y="76200"/>
                  </a:cubicBezTo>
                  <a:cubicBezTo>
                    <a:pt x="207010" y="72390"/>
                    <a:pt x="151130" y="76200"/>
                    <a:pt x="120650" y="90170"/>
                  </a:cubicBezTo>
                  <a:cubicBezTo>
                    <a:pt x="100330" y="99060"/>
                    <a:pt x="92710" y="121920"/>
                    <a:pt x="80010" y="129540"/>
                  </a:cubicBezTo>
                  <a:cubicBezTo>
                    <a:pt x="71120" y="133350"/>
                    <a:pt x="62230" y="137160"/>
                    <a:pt x="53340" y="134620"/>
                  </a:cubicBezTo>
                  <a:cubicBezTo>
                    <a:pt x="43180" y="130810"/>
                    <a:pt x="25400" y="114300"/>
                    <a:pt x="22860" y="102870"/>
                  </a:cubicBezTo>
                  <a:cubicBezTo>
                    <a:pt x="20320" y="92710"/>
                    <a:pt x="33020" y="69850"/>
                    <a:pt x="33020" y="6985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1542569" y="5085497"/>
            <a:ext cx="502410" cy="144430"/>
            <a:chOff x="0" y="0"/>
            <a:chExt cx="618490" cy="177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49530" y="50800"/>
              <a:ext cx="518160" cy="91440"/>
            </a:xfrm>
            <a:custGeom>
              <a:avLst/>
              <a:gdLst/>
              <a:ahLst/>
              <a:cxnLst/>
              <a:rect r="r" b="b" t="t" l="l"/>
              <a:pathLst>
                <a:path h="91440" w="518160">
                  <a:moveTo>
                    <a:pt x="38100" y="0"/>
                  </a:moveTo>
                  <a:cubicBezTo>
                    <a:pt x="502920" y="6350"/>
                    <a:pt x="505460" y="10160"/>
                    <a:pt x="510540" y="16510"/>
                  </a:cubicBezTo>
                  <a:cubicBezTo>
                    <a:pt x="514350" y="25400"/>
                    <a:pt x="518160" y="43180"/>
                    <a:pt x="514350" y="52070"/>
                  </a:cubicBezTo>
                  <a:cubicBezTo>
                    <a:pt x="508000" y="63500"/>
                    <a:pt x="486410" y="77470"/>
                    <a:pt x="473710" y="76200"/>
                  </a:cubicBezTo>
                  <a:cubicBezTo>
                    <a:pt x="462280" y="74930"/>
                    <a:pt x="443230" y="55880"/>
                    <a:pt x="440690" y="44450"/>
                  </a:cubicBezTo>
                  <a:cubicBezTo>
                    <a:pt x="438150" y="34290"/>
                    <a:pt x="444500" y="17780"/>
                    <a:pt x="452120" y="10160"/>
                  </a:cubicBezTo>
                  <a:cubicBezTo>
                    <a:pt x="462280" y="2540"/>
                    <a:pt x="487680" y="0"/>
                    <a:pt x="497840" y="5080"/>
                  </a:cubicBezTo>
                  <a:cubicBezTo>
                    <a:pt x="508000" y="10160"/>
                    <a:pt x="515620" y="26670"/>
                    <a:pt x="516890" y="36830"/>
                  </a:cubicBezTo>
                  <a:cubicBezTo>
                    <a:pt x="518160" y="44450"/>
                    <a:pt x="515620" y="53340"/>
                    <a:pt x="510540" y="59690"/>
                  </a:cubicBezTo>
                  <a:cubicBezTo>
                    <a:pt x="504190" y="67310"/>
                    <a:pt x="495300" y="72390"/>
                    <a:pt x="478790" y="76200"/>
                  </a:cubicBezTo>
                  <a:cubicBezTo>
                    <a:pt x="417830" y="91440"/>
                    <a:pt x="95250" y="86360"/>
                    <a:pt x="38100" y="76200"/>
                  </a:cubicBezTo>
                  <a:cubicBezTo>
                    <a:pt x="24130" y="73660"/>
                    <a:pt x="19050" y="72390"/>
                    <a:pt x="12700" y="67310"/>
                  </a:cubicBezTo>
                  <a:cubicBezTo>
                    <a:pt x="7620" y="60960"/>
                    <a:pt x="1270" y="50800"/>
                    <a:pt x="1270" y="43180"/>
                  </a:cubicBezTo>
                  <a:cubicBezTo>
                    <a:pt x="0" y="34290"/>
                    <a:pt x="1270" y="24130"/>
                    <a:pt x="7620" y="16510"/>
                  </a:cubicBezTo>
                  <a:cubicBezTo>
                    <a:pt x="13970" y="8890"/>
                    <a:pt x="38100" y="0"/>
                    <a:pt x="38100" y="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981018" y="4762593"/>
            <a:ext cx="257911" cy="532328"/>
            <a:chOff x="0" y="0"/>
            <a:chExt cx="317500" cy="655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49530" y="49530"/>
              <a:ext cx="238760" cy="557530"/>
            </a:xfrm>
            <a:custGeom>
              <a:avLst/>
              <a:gdLst/>
              <a:ahLst/>
              <a:cxnLst/>
              <a:rect r="r" b="b" t="t" l="l"/>
              <a:pathLst>
                <a:path h="557530" w="238760">
                  <a:moveTo>
                    <a:pt x="5080" y="320040"/>
                  </a:moveTo>
                  <a:cubicBezTo>
                    <a:pt x="114300" y="132080"/>
                    <a:pt x="121920" y="48260"/>
                    <a:pt x="142240" y="21590"/>
                  </a:cubicBezTo>
                  <a:cubicBezTo>
                    <a:pt x="151130" y="8890"/>
                    <a:pt x="161290" y="2540"/>
                    <a:pt x="171450" y="1270"/>
                  </a:cubicBezTo>
                  <a:cubicBezTo>
                    <a:pt x="181610" y="0"/>
                    <a:pt x="195580" y="1270"/>
                    <a:pt x="204470" y="13970"/>
                  </a:cubicBezTo>
                  <a:cubicBezTo>
                    <a:pt x="238760" y="62230"/>
                    <a:pt x="232410" y="450850"/>
                    <a:pt x="217170" y="516890"/>
                  </a:cubicBezTo>
                  <a:cubicBezTo>
                    <a:pt x="212090" y="534670"/>
                    <a:pt x="208280" y="542290"/>
                    <a:pt x="200660" y="548640"/>
                  </a:cubicBezTo>
                  <a:cubicBezTo>
                    <a:pt x="194310" y="553720"/>
                    <a:pt x="184150" y="554990"/>
                    <a:pt x="176530" y="554990"/>
                  </a:cubicBezTo>
                  <a:cubicBezTo>
                    <a:pt x="168910" y="554990"/>
                    <a:pt x="160020" y="552450"/>
                    <a:pt x="153670" y="546100"/>
                  </a:cubicBezTo>
                  <a:cubicBezTo>
                    <a:pt x="147320" y="539750"/>
                    <a:pt x="140970" y="523240"/>
                    <a:pt x="140970" y="513080"/>
                  </a:cubicBezTo>
                  <a:cubicBezTo>
                    <a:pt x="140970" y="505460"/>
                    <a:pt x="144780" y="496570"/>
                    <a:pt x="151130" y="491490"/>
                  </a:cubicBezTo>
                  <a:cubicBezTo>
                    <a:pt x="158750" y="483870"/>
                    <a:pt x="173990" y="477520"/>
                    <a:pt x="184150" y="480060"/>
                  </a:cubicBezTo>
                  <a:cubicBezTo>
                    <a:pt x="195580" y="481330"/>
                    <a:pt x="208280" y="491490"/>
                    <a:pt x="213360" y="501650"/>
                  </a:cubicBezTo>
                  <a:cubicBezTo>
                    <a:pt x="217170" y="510540"/>
                    <a:pt x="217170" y="528320"/>
                    <a:pt x="210820" y="537210"/>
                  </a:cubicBezTo>
                  <a:cubicBezTo>
                    <a:pt x="204470" y="546100"/>
                    <a:pt x="180340" y="557530"/>
                    <a:pt x="168910" y="553720"/>
                  </a:cubicBezTo>
                  <a:cubicBezTo>
                    <a:pt x="156210" y="551180"/>
                    <a:pt x="147320" y="538480"/>
                    <a:pt x="140970" y="516890"/>
                  </a:cubicBezTo>
                  <a:cubicBezTo>
                    <a:pt x="116840" y="448310"/>
                    <a:pt x="110490" y="92710"/>
                    <a:pt x="138430" y="30480"/>
                  </a:cubicBezTo>
                  <a:cubicBezTo>
                    <a:pt x="147320" y="11430"/>
                    <a:pt x="160020" y="3810"/>
                    <a:pt x="171450" y="1270"/>
                  </a:cubicBezTo>
                  <a:cubicBezTo>
                    <a:pt x="181610" y="0"/>
                    <a:pt x="198120" y="6350"/>
                    <a:pt x="204470" y="13970"/>
                  </a:cubicBezTo>
                  <a:cubicBezTo>
                    <a:pt x="210820" y="22860"/>
                    <a:pt x="213360" y="33020"/>
                    <a:pt x="213360" y="48260"/>
                  </a:cubicBezTo>
                  <a:cubicBezTo>
                    <a:pt x="210820" y="85090"/>
                    <a:pt x="177800" y="173990"/>
                    <a:pt x="152400" y="227330"/>
                  </a:cubicBezTo>
                  <a:cubicBezTo>
                    <a:pt x="130810" y="274320"/>
                    <a:pt x="95250" y="330200"/>
                    <a:pt x="72390" y="354330"/>
                  </a:cubicBezTo>
                  <a:cubicBezTo>
                    <a:pt x="62230" y="365760"/>
                    <a:pt x="53340" y="373380"/>
                    <a:pt x="44450" y="374650"/>
                  </a:cubicBezTo>
                  <a:cubicBezTo>
                    <a:pt x="35560" y="377190"/>
                    <a:pt x="24130" y="373380"/>
                    <a:pt x="17780" y="368300"/>
                  </a:cubicBezTo>
                  <a:cubicBezTo>
                    <a:pt x="10160" y="364490"/>
                    <a:pt x="3810" y="355600"/>
                    <a:pt x="1270" y="346710"/>
                  </a:cubicBezTo>
                  <a:cubicBezTo>
                    <a:pt x="0" y="339090"/>
                    <a:pt x="5080" y="320040"/>
                    <a:pt x="5080" y="32004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049072" y="5085497"/>
            <a:ext cx="626207" cy="794365"/>
            <a:chOff x="0" y="0"/>
            <a:chExt cx="770890" cy="977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43180" y="49530"/>
              <a:ext cx="678180" cy="878840"/>
            </a:xfrm>
            <a:custGeom>
              <a:avLst/>
              <a:gdLst/>
              <a:ahLst/>
              <a:cxnLst/>
              <a:rect r="r" b="b" t="t" l="l"/>
              <a:pathLst>
                <a:path h="878840" w="678180">
                  <a:moveTo>
                    <a:pt x="398780" y="76200"/>
                  </a:moveTo>
                  <a:cubicBezTo>
                    <a:pt x="281940" y="113030"/>
                    <a:pt x="273050" y="120650"/>
                    <a:pt x="254000" y="139700"/>
                  </a:cubicBezTo>
                  <a:cubicBezTo>
                    <a:pt x="215900" y="177800"/>
                    <a:pt x="119380" y="287020"/>
                    <a:pt x="96520" y="335280"/>
                  </a:cubicBezTo>
                  <a:cubicBezTo>
                    <a:pt x="83820" y="359410"/>
                    <a:pt x="83820" y="372110"/>
                    <a:pt x="81280" y="396240"/>
                  </a:cubicBezTo>
                  <a:cubicBezTo>
                    <a:pt x="78740" y="426720"/>
                    <a:pt x="76200" y="466090"/>
                    <a:pt x="85090" y="506730"/>
                  </a:cubicBezTo>
                  <a:cubicBezTo>
                    <a:pt x="97790" y="561340"/>
                    <a:pt x="135890" y="645160"/>
                    <a:pt x="166370" y="688340"/>
                  </a:cubicBezTo>
                  <a:cubicBezTo>
                    <a:pt x="187960" y="718820"/>
                    <a:pt x="212090" y="739140"/>
                    <a:pt x="237490" y="754380"/>
                  </a:cubicBezTo>
                  <a:cubicBezTo>
                    <a:pt x="259080" y="768350"/>
                    <a:pt x="280670" y="773430"/>
                    <a:pt x="304800" y="779780"/>
                  </a:cubicBezTo>
                  <a:cubicBezTo>
                    <a:pt x="332740" y="787400"/>
                    <a:pt x="364490" y="795020"/>
                    <a:pt x="397510" y="791210"/>
                  </a:cubicBezTo>
                  <a:cubicBezTo>
                    <a:pt x="439420" y="787400"/>
                    <a:pt x="499110" y="767080"/>
                    <a:pt x="533400" y="742950"/>
                  </a:cubicBezTo>
                  <a:cubicBezTo>
                    <a:pt x="561340" y="721360"/>
                    <a:pt x="582930" y="684530"/>
                    <a:pt x="593090" y="660400"/>
                  </a:cubicBezTo>
                  <a:cubicBezTo>
                    <a:pt x="600710" y="643890"/>
                    <a:pt x="601980" y="631190"/>
                    <a:pt x="601980" y="613410"/>
                  </a:cubicBezTo>
                  <a:cubicBezTo>
                    <a:pt x="603250" y="591820"/>
                    <a:pt x="605790" y="552450"/>
                    <a:pt x="588010" y="535940"/>
                  </a:cubicBezTo>
                  <a:cubicBezTo>
                    <a:pt x="567690" y="516890"/>
                    <a:pt x="502920" y="518160"/>
                    <a:pt x="468630" y="524510"/>
                  </a:cubicBezTo>
                  <a:cubicBezTo>
                    <a:pt x="440690" y="529590"/>
                    <a:pt x="420370" y="543560"/>
                    <a:pt x="393700" y="562610"/>
                  </a:cubicBezTo>
                  <a:cubicBezTo>
                    <a:pt x="358140" y="589280"/>
                    <a:pt x="288290" y="635000"/>
                    <a:pt x="281940" y="678180"/>
                  </a:cubicBezTo>
                  <a:cubicBezTo>
                    <a:pt x="276860" y="723900"/>
                    <a:pt x="363220" y="797560"/>
                    <a:pt x="367030" y="831850"/>
                  </a:cubicBezTo>
                  <a:cubicBezTo>
                    <a:pt x="368300" y="845820"/>
                    <a:pt x="364490" y="858520"/>
                    <a:pt x="356870" y="866140"/>
                  </a:cubicBezTo>
                  <a:cubicBezTo>
                    <a:pt x="350520" y="873760"/>
                    <a:pt x="334010" y="878840"/>
                    <a:pt x="323850" y="877570"/>
                  </a:cubicBezTo>
                  <a:cubicBezTo>
                    <a:pt x="312420" y="875030"/>
                    <a:pt x="299720" y="864870"/>
                    <a:pt x="294640" y="854710"/>
                  </a:cubicBezTo>
                  <a:cubicBezTo>
                    <a:pt x="290830" y="845820"/>
                    <a:pt x="292100" y="829310"/>
                    <a:pt x="297180" y="819150"/>
                  </a:cubicBezTo>
                  <a:cubicBezTo>
                    <a:pt x="302260" y="810260"/>
                    <a:pt x="316230" y="801370"/>
                    <a:pt x="327660" y="801370"/>
                  </a:cubicBezTo>
                  <a:cubicBezTo>
                    <a:pt x="339090" y="801370"/>
                    <a:pt x="361950" y="815340"/>
                    <a:pt x="365760" y="826770"/>
                  </a:cubicBezTo>
                  <a:cubicBezTo>
                    <a:pt x="369570" y="839470"/>
                    <a:pt x="360680" y="863600"/>
                    <a:pt x="350520" y="871220"/>
                  </a:cubicBezTo>
                  <a:cubicBezTo>
                    <a:pt x="340360" y="877570"/>
                    <a:pt x="320040" y="877570"/>
                    <a:pt x="304800" y="868680"/>
                  </a:cubicBezTo>
                  <a:cubicBezTo>
                    <a:pt x="280670" y="853440"/>
                    <a:pt x="251460" y="792480"/>
                    <a:pt x="236220" y="755650"/>
                  </a:cubicBezTo>
                  <a:cubicBezTo>
                    <a:pt x="223520" y="723900"/>
                    <a:pt x="210820" y="690880"/>
                    <a:pt x="217170" y="661670"/>
                  </a:cubicBezTo>
                  <a:cubicBezTo>
                    <a:pt x="223520" y="631190"/>
                    <a:pt x="254000" y="604520"/>
                    <a:pt x="276860" y="576580"/>
                  </a:cubicBezTo>
                  <a:cubicBezTo>
                    <a:pt x="300990" y="548640"/>
                    <a:pt x="328930" y="515620"/>
                    <a:pt x="361950" y="494030"/>
                  </a:cubicBezTo>
                  <a:cubicBezTo>
                    <a:pt x="393700" y="472440"/>
                    <a:pt x="433070" y="454660"/>
                    <a:pt x="471170" y="449580"/>
                  </a:cubicBezTo>
                  <a:cubicBezTo>
                    <a:pt x="510540" y="443230"/>
                    <a:pt x="565150" y="450850"/>
                    <a:pt x="596900" y="463550"/>
                  </a:cubicBezTo>
                  <a:cubicBezTo>
                    <a:pt x="619760" y="472440"/>
                    <a:pt x="637540" y="482600"/>
                    <a:pt x="651510" y="502920"/>
                  </a:cubicBezTo>
                  <a:cubicBezTo>
                    <a:pt x="669290" y="532130"/>
                    <a:pt x="678180" y="594360"/>
                    <a:pt x="676910" y="629920"/>
                  </a:cubicBezTo>
                  <a:cubicBezTo>
                    <a:pt x="675640" y="655320"/>
                    <a:pt x="668020" y="675640"/>
                    <a:pt x="659130" y="697230"/>
                  </a:cubicBezTo>
                  <a:cubicBezTo>
                    <a:pt x="650240" y="720090"/>
                    <a:pt x="637540" y="740410"/>
                    <a:pt x="622300" y="759460"/>
                  </a:cubicBezTo>
                  <a:cubicBezTo>
                    <a:pt x="605790" y="778510"/>
                    <a:pt x="591820" y="796290"/>
                    <a:pt x="565150" y="811530"/>
                  </a:cubicBezTo>
                  <a:cubicBezTo>
                    <a:pt x="524510" y="834390"/>
                    <a:pt x="441960" y="862330"/>
                    <a:pt x="389890" y="867410"/>
                  </a:cubicBezTo>
                  <a:cubicBezTo>
                    <a:pt x="347980" y="869950"/>
                    <a:pt x="311150" y="861060"/>
                    <a:pt x="276860" y="850900"/>
                  </a:cubicBezTo>
                  <a:cubicBezTo>
                    <a:pt x="243840" y="840740"/>
                    <a:pt x="213360" y="830580"/>
                    <a:pt x="185420" y="810260"/>
                  </a:cubicBezTo>
                  <a:cubicBezTo>
                    <a:pt x="154940" y="788670"/>
                    <a:pt x="124460" y="762000"/>
                    <a:pt x="99060" y="723900"/>
                  </a:cubicBezTo>
                  <a:cubicBezTo>
                    <a:pt x="63500" y="670560"/>
                    <a:pt x="22860" y="574040"/>
                    <a:pt x="10160" y="510540"/>
                  </a:cubicBezTo>
                  <a:cubicBezTo>
                    <a:pt x="0" y="461010"/>
                    <a:pt x="2540" y="415290"/>
                    <a:pt x="7620" y="375920"/>
                  </a:cubicBezTo>
                  <a:cubicBezTo>
                    <a:pt x="12700" y="344170"/>
                    <a:pt x="16510" y="323850"/>
                    <a:pt x="34290" y="290830"/>
                  </a:cubicBezTo>
                  <a:cubicBezTo>
                    <a:pt x="66040" y="233680"/>
                    <a:pt x="162560" y="121920"/>
                    <a:pt x="209550" y="78740"/>
                  </a:cubicBezTo>
                  <a:cubicBezTo>
                    <a:pt x="234950" y="54610"/>
                    <a:pt x="251460" y="43180"/>
                    <a:pt x="278130" y="31750"/>
                  </a:cubicBezTo>
                  <a:cubicBezTo>
                    <a:pt x="309880" y="16510"/>
                    <a:pt x="365760" y="0"/>
                    <a:pt x="389890" y="1270"/>
                  </a:cubicBezTo>
                  <a:cubicBezTo>
                    <a:pt x="401320" y="2540"/>
                    <a:pt x="408940" y="5080"/>
                    <a:pt x="415290" y="11430"/>
                  </a:cubicBezTo>
                  <a:cubicBezTo>
                    <a:pt x="420370" y="16510"/>
                    <a:pt x="426720" y="26670"/>
                    <a:pt x="426720" y="34290"/>
                  </a:cubicBezTo>
                  <a:cubicBezTo>
                    <a:pt x="427990" y="43180"/>
                    <a:pt x="425450" y="54610"/>
                    <a:pt x="420370" y="60960"/>
                  </a:cubicBezTo>
                  <a:cubicBezTo>
                    <a:pt x="416560" y="68580"/>
                    <a:pt x="398780" y="76200"/>
                    <a:pt x="398780" y="762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625760" y="5125731"/>
            <a:ext cx="641682" cy="697390"/>
            <a:chOff x="0" y="0"/>
            <a:chExt cx="789940" cy="858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8260" y="41910"/>
              <a:ext cx="694690" cy="764540"/>
            </a:xfrm>
            <a:custGeom>
              <a:avLst/>
              <a:gdLst/>
              <a:ahLst/>
              <a:cxnLst/>
              <a:rect r="r" b="b" t="t" l="l"/>
              <a:pathLst>
                <a:path h="764540" w="694690">
                  <a:moveTo>
                    <a:pt x="181610" y="204470"/>
                  </a:moveTo>
                  <a:cubicBezTo>
                    <a:pt x="87630" y="317500"/>
                    <a:pt x="87630" y="330200"/>
                    <a:pt x="83820" y="346710"/>
                  </a:cubicBezTo>
                  <a:cubicBezTo>
                    <a:pt x="81280" y="365760"/>
                    <a:pt x="74930" y="386080"/>
                    <a:pt x="77470" y="408940"/>
                  </a:cubicBezTo>
                  <a:cubicBezTo>
                    <a:pt x="81280" y="434340"/>
                    <a:pt x="95250" y="464820"/>
                    <a:pt x="107950" y="492760"/>
                  </a:cubicBezTo>
                  <a:cubicBezTo>
                    <a:pt x="120650" y="523240"/>
                    <a:pt x="130810" y="560070"/>
                    <a:pt x="152400" y="585470"/>
                  </a:cubicBezTo>
                  <a:cubicBezTo>
                    <a:pt x="175260" y="613410"/>
                    <a:pt x="205740" y="633730"/>
                    <a:pt x="242570" y="650240"/>
                  </a:cubicBezTo>
                  <a:cubicBezTo>
                    <a:pt x="288290" y="670560"/>
                    <a:pt x="367030" y="692150"/>
                    <a:pt x="412750" y="689610"/>
                  </a:cubicBezTo>
                  <a:cubicBezTo>
                    <a:pt x="444500" y="688340"/>
                    <a:pt x="468630" y="674370"/>
                    <a:pt x="492760" y="661670"/>
                  </a:cubicBezTo>
                  <a:cubicBezTo>
                    <a:pt x="515620" y="651510"/>
                    <a:pt x="541020" y="637540"/>
                    <a:pt x="557530" y="621030"/>
                  </a:cubicBezTo>
                  <a:cubicBezTo>
                    <a:pt x="572770" y="605790"/>
                    <a:pt x="581660" y="591820"/>
                    <a:pt x="590550" y="566420"/>
                  </a:cubicBezTo>
                  <a:cubicBezTo>
                    <a:pt x="607060" y="514350"/>
                    <a:pt x="619760" y="372110"/>
                    <a:pt x="613410" y="314960"/>
                  </a:cubicBezTo>
                  <a:cubicBezTo>
                    <a:pt x="610870" y="284480"/>
                    <a:pt x="603250" y="267970"/>
                    <a:pt x="593090" y="246380"/>
                  </a:cubicBezTo>
                  <a:cubicBezTo>
                    <a:pt x="584200" y="226060"/>
                    <a:pt x="571500" y="207010"/>
                    <a:pt x="554990" y="189230"/>
                  </a:cubicBezTo>
                  <a:cubicBezTo>
                    <a:pt x="535940" y="168910"/>
                    <a:pt x="514350" y="149860"/>
                    <a:pt x="486410" y="134620"/>
                  </a:cubicBezTo>
                  <a:cubicBezTo>
                    <a:pt x="452120" y="115570"/>
                    <a:pt x="400050" y="99060"/>
                    <a:pt x="361950" y="90170"/>
                  </a:cubicBezTo>
                  <a:cubicBezTo>
                    <a:pt x="330200" y="83820"/>
                    <a:pt x="298450" y="73660"/>
                    <a:pt x="273050" y="81280"/>
                  </a:cubicBezTo>
                  <a:cubicBezTo>
                    <a:pt x="250190" y="88900"/>
                    <a:pt x="231140" y="109220"/>
                    <a:pt x="214630" y="128270"/>
                  </a:cubicBezTo>
                  <a:cubicBezTo>
                    <a:pt x="195580" y="151130"/>
                    <a:pt x="181610" y="175260"/>
                    <a:pt x="168910" y="209550"/>
                  </a:cubicBezTo>
                  <a:cubicBezTo>
                    <a:pt x="149860" y="261620"/>
                    <a:pt x="148590" y="386080"/>
                    <a:pt x="127000" y="416560"/>
                  </a:cubicBezTo>
                  <a:cubicBezTo>
                    <a:pt x="118110" y="429260"/>
                    <a:pt x="106680" y="434340"/>
                    <a:pt x="96520" y="435610"/>
                  </a:cubicBezTo>
                  <a:cubicBezTo>
                    <a:pt x="88900" y="436880"/>
                    <a:pt x="80010" y="434340"/>
                    <a:pt x="73660" y="429260"/>
                  </a:cubicBezTo>
                  <a:cubicBezTo>
                    <a:pt x="66040" y="422910"/>
                    <a:pt x="57150" y="407670"/>
                    <a:pt x="55880" y="398780"/>
                  </a:cubicBezTo>
                  <a:cubicBezTo>
                    <a:pt x="55880" y="389890"/>
                    <a:pt x="58420" y="381000"/>
                    <a:pt x="63500" y="374650"/>
                  </a:cubicBezTo>
                  <a:cubicBezTo>
                    <a:pt x="69850" y="367030"/>
                    <a:pt x="85090" y="359410"/>
                    <a:pt x="95250" y="359410"/>
                  </a:cubicBezTo>
                  <a:cubicBezTo>
                    <a:pt x="106680" y="359410"/>
                    <a:pt x="120650" y="368300"/>
                    <a:pt x="127000" y="377190"/>
                  </a:cubicBezTo>
                  <a:cubicBezTo>
                    <a:pt x="132080" y="386080"/>
                    <a:pt x="134620" y="403860"/>
                    <a:pt x="129540" y="412750"/>
                  </a:cubicBezTo>
                  <a:cubicBezTo>
                    <a:pt x="123190" y="424180"/>
                    <a:pt x="100330" y="435610"/>
                    <a:pt x="88900" y="435610"/>
                  </a:cubicBezTo>
                  <a:cubicBezTo>
                    <a:pt x="80010" y="435610"/>
                    <a:pt x="72390" y="430530"/>
                    <a:pt x="67310" y="424180"/>
                  </a:cubicBezTo>
                  <a:cubicBezTo>
                    <a:pt x="60960" y="416560"/>
                    <a:pt x="57150" y="406400"/>
                    <a:pt x="57150" y="389890"/>
                  </a:cubicBezTo>
                  <a:cubicBezTo>
                    <a:pt x="55880" y="349250"/>
                    <a:pt x="80010" y="228600"/>
                    <a:pt x="102870" y="170180"/>
                  </a:cubicBezTo>
                  <a:cubicBezTo>
                    <a:pt x="120650" y="128270"/>
                    <a:pt x="142240" y="95250"/>
                    <a:pt x="170180" y="67310"/>
                  </a:cubicBezTo>
                  <a:cubicBezTo>
                    <a:pt x="196850" y="41910"/>
                    <a:pt x="232410" y="16510"/>
                    <a:pt x="269240" y="8890"/>
                  </a:cubicBezTo>
                  <a:cubicBezTo>
                    <a:pt x="304800" y="0"/>
                    <a:pt x="346710" y="8890"/>
                    <a:pt x="387350" y="19050"/>
                  </a:cubicBezTo>
                  <a:cubicBezTo>
                    <a:pt x="434340" y="29210"/>
                    <a:pt x="494030" y="50800"/>
                    <a:pt x="534670" y="74930"/>
                  </a:cubicBezTo>
                  <a:cubicBezTo>
                    <a:pt x="567690" y="95250"/>
                    <a:pt x="595630" y="120650"/>
                    <a:pt x="618490" y="147320"/>
                  </a:cubicBezTo>
                  <a:cubicBezTo>
                    <a:pt x="638810" y="171450"/>
                    <a:pt x="655320" y="198120"/>
                    <a:pt x="666750" y="226060"/>
                  </a:cubicBezTo>
                  <a:cubicBezTo>
                    <a:pt x="678180" y="254000"/>
                    <a:pt x="685800" y="280670"/>
                    <a:pt x="689610" y="317500"/>
                  </a:cubicBezTo>
                  <a:cubicBezTo>
                    <a:pt x="694690" y="369570"/>
                    <a:pt x="685800" y="455930"/>
                    <a:pt x="678180" y="509270"/>
                  </a:cubicBezTo>
                  <a:cubicBezTo>
                    <a:pt x="671830" y="547370"/>
                    <a:pt x="668020" y="576580"/>
                    <a:pt x="654050" y="605790"/>
                  </a:cubicBezTo>
                  <a:cubicBezTo>
                    <a:pt x="641350" y="635000"/>
                    <a:pt x="622300" y="661670"/>
                    <a:pt x="599440" y="683260"/>
                  </a:cubicBezTo>
                  <a:cubicBezTo>
                    <a:pt x="576580" y="704850"/>
                    <a:pt x="546100" y="721360"/>
                    <a:pt x="515620" y="735330"/>
                  </a:cubicBezTo>
                  <a:cubicBezTo>
                    <a:pt x="481330" y="749300"/>
                    <a:pt x="447040" y="764540"/>
                    <a:pt x="405130" y="764540"/>
                  </a:cubicBezTo>
                  <a:cubicBezTo>
                    <a:pt x="346710" y="764540"/>
                    <a:pt x="254000" y="739140"/>
                    <a:pt x="196850" y="711200"/>
                  </a:cubicBezTo>
                  <a:cubicBezTo>
                    <a:pt x="151130" y="688340"/>
                    <a:pt x="113030" y="656590"/>
                    <a:pt x="86360" y="622300"/>
                  </a:cubicBezTo>
                  <a:cubicBezTo>
                    <a:pt x="60960" y="590550"/>
                    <a:pt x="49530" y="552450"/>
                    <a:pt x="35560" y="515620"/>
                  </a:cubicBezTo>
                  <a:cubicBezTo>
                    <a:pt x="21590" y="478790"/>
                    <a:pt x="5080" y="436880"/>
                    <a:pt x="2540" y="402590"/>
                  </a:cubicBezTo>
                  <a:cubicBezTo>
                    <a:pt x="0" y="374650"/>
                    <a:pt x="5080" y="349250"/>
                    <a:pt x="11430" y="323850"/>
                  </a:cubicBezTo>
                  <a:cubicBezTo>
                    <a:pt x="16510" y="299720"/>
                    <a:pt x="21590" y="279400"/>
                    <a:pt x="35560" y="255270"/>
                  </a:cubicBezTo>
                  <a:cubicBezTo>
                    <a:pt x="55880" y="220980"/>
                    <a:pt x="110490" y="158750"/>
                    <a:pt x="134620" y="144780"/>
                  </a:cubicBezTo>
                  <a:cubicBezTo>
                    <a:pt x="144780" y="139700"/>
                    <a:pt x="152400" y="138430"/>
                    <a:pt x="161290" y="139700"/>
                  </a:cubicBezTo>
                  <a:cubicBezTo>
                    <a:pt x="168910" y="142240"/>
                    <a:pt x="179070" y="147320"/>
                    <a:pt x="184150" y="153670"/>
                  </a:cubicBezTo>
                  <a:cubicBezTo>
                    <a:pt x="189230" y="161290"/>
                    <a:pt x="193040" y="171450"/>
                    <a:pt x="191770" y="180340"/>
                  </a:cubicBezTo>
                  <a:cubicBezTo>
                    <a:pt x="191770" y="187960"/>
                    <a:pt x="181610" y="204470"/>
                    <a:pt x="181610" y="2044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578998" y="5280477"/>
            <a:ext cx="420910" cy="177443"/>
            <a:chOff x="0" y="0"/>
            <a:chExt cx="518160" cy="2184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0" y="50800"/>
              <a:ext cx="416560" cy="116840"/>
            </a:xfrm>
            <a:custGeom>
              <a:avLst/>
              <a:gdLst/>
              <a:ahLst/>
              <a:cxnLst/>
              <a:rect r="r" b="b" t="t" l="l"/>
              <a:pathLst>
                <a:path h="116840" w="416560">
                  <a:moveTo>
                    <a:pt x="43180" y="0"/>
                  </a:moveTo>
                  <a:cubicBezTo>
                    <a:pt x="356870" y="26670"/>
                    <a:pt x="387350" y="34290"/>
                    <a:pt x="402590" y="48260"/>
                  </a:cubicBezTo>
                  <a:cubicBezTo>
                    <a:pt x="411480" y="58420"/>
                    <a:pt x="416560" y="71120"/>
                    <a:pt x="415290" y="81280"/>
                  </a:cubicBezTo>
                  <a:cubicBezTo>
                    <a:pt x="415290" y="92710"/>
                    <a:pt x="406400" y="107950"/>
                    <a:pt x="396240" y="111760"/>
                  </a:cubicBezTo>
                  <a:cubicBezTo>
                    <a:pt x="384810" y="116840"/>
                    <a:pt x="359410" y="113030"/>
                    <a:pt x="350520" y="105410"/>
                  </a:cubicBezTo>
                  <a:cubicBezTo>
                    <a:pt x="342900" y="97790"/>
                    <a:pt x="337820" y="81280"/>
                    <a:pt x="340360" y="71120"/>
                  </a:cubicBezTo>
                  <a:cubicBezTo>
                    <a:pt x="344170" y="58420"/>
                    <a:pt x="364490" y="43180"/>
                    <a:pt x="375920" y="40640"/>
                  </a:cubicBezTo>
                  <a:cubicBezTo>
                    <a:pt x="383540" y="38100"/>
                    <a:pt x="392430" y="41910"/>
                    <a:pt x="398780" y="46990"/>
                  </a:cubicBezTo>
                  <a:cubicBezTo>
                    <a:pt x="406400" y="52070"/>
                    <a:pt x="415290" y="67310"/>
                    <a:pt x="416560" y="77470"/>
                  </a:cubicBezTo>
                  <a:cubicBezTo>
                    <a:pt x="416560" y="86360"/>
                    <a:pt x="414020" y="95250"/>
                    <a:pt x="408940" y="100330"/>
                  </a:cubicBezTo>
                  <a:cubicBezTo>
                    <a:pt x="402590" y="107950"/>
                    <a:pt x="388620" y="115570"/>
                    <a:pt x="375920" y="116840"/>
                  </a:cubicBezTo>
                  <a:cubicBezTo>
                    <a:pt x="360680" y="116840"/>
                    <a:pt x="346710" y="101600"/>
                    <a:pt x="320040" y="95250"/>
                  </a:cubicBezTo>
                  <a:cubicBezTo>
                    <a:pt x="261620" y="83820"/>
                    <a:pt x="76200" y="87630"/>
                    <a:pt x="33020" y="76200"/>
                  </a:cubicBezTo>
                  <a:cubicBezTo>
                    <a:pt x="20320" y="72390"/>
                    <a:pt x="15240" y="69850"/>
                    <a:pt x="8890" y="63500"/>
                  </a:cubicBezTo>
                  <a:cubicBezTo>
                    <a:pt x="3810" y="57150"/>
                    <a:pt x="0" y="46990"/>
                    <a:pt x="0" y="38100"/>
                  </a:cubicBezTo>
                  <a:cubicBezTo>
                    <a:pt x="0" y="27940"/>
                    <a:pt x="8890" y="12700"/>
                    <a:pt x="16510" y="6350"/>
                  </a:cubicBezTo>
                  <a:cubicBezTo>
                    <a:pt x="22860" y="1270"/>
                    <a:pt x="43180" y="0"/>
                    <a:pt x="4318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595504" y="5508470"/>
            <a:ext cx="452891" cy="177443"/>
            <a:chOff x="0" y="0"/>
            <a:chExt cx="557530" cy="218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9530" y="50800"/>
              <a:ext cx="458470" cy="125730"/>
            </a:xfrm>
            <a:custGeom>
              <a:avLst/>
              <a:gdLst/>
              <a:ahLst/>
              <a:cxnLst/>
              <a:rect r="r" b="b" t="t" l="l"/>
              <a:pathLst>
                <a:path h="125730" w="458470">
                  <a:moveTo>
                    <a:pt x="39370" y="0"/>
                  </a:moveTo>
                  <a:cubicBezTo>
                    <a:pt x="449580" y="53340"/>
                    <a:pt x="457200" y="68580"/>
                    <a:pt x="457200" y="81280"/>
                  </a:cubicBezTo>
                  <a:cubicBezTo>
                    <a:pt x="457200" y="91440"/>
                    <a:pt x="445770" y="105410"/>
                    <a:pt x="436880" y="110490"/>
                  </a:cubicBezTo>
                  <a:cubicBezTo>
                    <a:pt x="430530" y="115570"/>
                    <a:pt x="420370" y="116840"/>
                    <a:pt x="412750" y="115570"/>
                  </a:cubicBezTo>
                  <a:cubicBezTo>
                    <a:pt x="405130" y="114300"/>
                    <a:pt x="396240" y="110490"/>
                    <a:pt x="391160" y="104140"/>
                  </a:cubicBezTo>
                  <a:cubicBezTo>
                    <a:pt x="384810" y="96520"/>
                    <a:pt x="379730" y="80010"/>
                    <a:pt x="381000" y="69850"/>
                  </a:cubicBezTo>
                  <a:cubicBezTo>
                    <a:pt x="382270" y="60960"/>
                    <a:pt x="387350" y="53340"/>
                    <a:pt x="393700" y="48260"/>
                  </a:cubicBezTo>
                  <a:cubicBezTo>
                    <a:pt x="401320" y="43180"/>
                    <a:pt x="419100" y="36830"/>
                    <a:pt x="429260" y="40640"/>
                  </a:cubicBezTo>
                  <a:cubicBezTo>
                    <a:pt x="440690" y="44450"/>
                    <a:pt x="454660" y="66040"/>
                    <a:pt x="457200" y="77470"/>
                  </a:cubicBezTo>
                  <a:cubicBezTo>
                    <a:pt x="458470" y="85090"/>
                    <a:pt x="454660" y="93980"/>
                    <a:pt x="449580" y="100330"/>
                  </a:cubicBezTo>
                  <a:cubicBezTo>
                    <a:pt x="443230" y="107950"/>
                    <a:pt x="434340" y="113030"/>
                    <a:pt x="416560" y="115570"/>
                  </a:cubicBezTo>
                  <a:cubicBezTo>
                    <a:pt x="359410" y="125730"/>
                    <a:pt x="78740" y="92710"/>
                    <a:pt x="30480" y="74930"/>
                  </a:cubicBezTo>
                  <a:cubicBezTo>
                    <a:pt x="16510" y="69850"/>
                    <a:pt x="12700" y="66040"/>
                    <a:pt x="7620" y="59690"/>
                  </a:cubicBezTo>
                  <a:cubicBezTo>
                    <a:pt x="2540" y="52070"/>
                    <a:pt x="0" y="40640"/>
                    <a:pt x="1270" y="33020"/>
                  </a:cubicBezTo>
                  <a:cubicBezTo>
                    <a:pt x="2540" y="24130"/>
                    <a:pt x="7620" y="13970"/>
                    <a:pt x="13970" y="8890"/>
                  </a:cubicBezTo>
                  <a:cubicBezTo>
                    <a:pt x="20320" y="3810"/>
                    <a:pt x="39370" y="0"/>
                    <a:pt x="3937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553397" y="6228711"/>
            <a:ext cx="15037254" cy="2445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El objetivo en nuestro algoritmo sería obtener todas las parejas:</a:t>
            </a:r>
          </a:p>
          <a:p>
            <a:pPr algn="l" marL="1992163" indent="-664054" lvl="2">
              <a:lnSpc>
                <a:spcPts val="6459"/>
              </a:lnSpc>
              <a:buFont typeface="Arial"/>
              <a:buChar char="⚬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{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factor primo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exponente</a:t>
            </a:r>
            <a:r>
              <a:rPr lang="en-US" sz="4613">
                <a:solidFill>
                  <a:srgbClr val="FFAABA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}</a:t>
            </a:r>
          </a:p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 ejemplo, para el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60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tendríamos las siguientes: {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}, {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}, {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5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91667" y="3217850"/>
            <a:ext cx="16123317" cy="624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Usando nuestras conclusiones pasadas, podemos notar que todo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factor primo 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(que no deja de ser un divisor de N) se encuentra en el intervalo de: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 ≤ p ≤ √N</a:t>
            </a:r>
          </a:p>
          <a:p>
            <a:pPr algn="l">
              <a:lnSpc>
                <a:spcPts val="6160"/>
              </a:lnSpc>
            </a:pPr>
          </a:p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Primero buscamos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un divisor de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Diremos que este es un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factor primo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  <a:p>
            <a:pPr algn="l">
              <a:lnSpc>
                <a:spcPts val="6160"/>
              </a:lnSpc>
            </a:pPr>
          </a:p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Para hallar su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exponente,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tenemos que dividir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entre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tantas veces como sea posible actualizando el valor de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por el resultado de la división, </a:t>
            </a:r>
            <a:r>
              <a:rPr lang="en-US" b="true" sz="4400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el exponente será la cantidad de veces que se ejecutó la división.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065" y="722960"/>
            <a:ext cx="16123317" cy="77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Generalizando el caso anterior, tendríamos algo como: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55070" y="2045143"/>
            <a:ext cx="656533" cy="858750"/>
            <a:chOff x="0" y="0"/>
            <a:chExt cx="618490" cy="808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" y="49530"/>
              <a:ext cx="516890" cy="711200"/>
            </a:xfrm>
            <a:custGeom>
              <a:avLst/>
              <a:gdLst/>
              <a:ahLst/>
              <a:cxnLst/>
              <a:rect r="r" b="b" t="t" l="l"/>
              <a:pathLst>
                <a:path h="711200" w="516890">
                  <a:moveTo>
                    <a:pt x="0" y="668020"/>
                  </a:moveTo>
                  <a:cubicBezTo>
                    <a:pt x="58420" y="180340"/>
                    <a:pt x="40640" y="68580"/>
                    <a:pt x="60960" y="29210"/>
                  </a:cubicBezTo>
                  <a:cubicBezTo>
                    <a:pt x="68580" y="12700"/>
                    <a:pt x="81280" y="3810"/>
                    <a:pt x="92710" y="1270"/>
                  </a:cubicBezTo>
                  <a:cubicBezTo>
                    <a:pt x="104140" y="0"/>
                    <a:pt x="115570" y="6350"/>
                    <a:pt x="125730" y="15240"/>
                  </a:cubicBezTo>
                  <a:cubicBezTo>
                    <a:pt x="140970" y="27940"/>
                    <a:pt x="149860" y="52070"/>
                    <a:pt x="165100" y="85090"/>
                  </a:cubicBezTo>
                  <a:cubicBezTo>
                    <a:pt x="199390" y="158750"/>
                    <a:pt x="247650" y="349250"/>
                    <a:pt x="297180" y="448310"/>
                  </a:cubicBezTo>
                  <a:cubicBezTo>
                    <a:pt x="335280" y="523240"/>
                    <a:pt x="397510" y="643890"/>
                    <a:pt x="422910" y="636270"/>
                  </a:cubicBezTo>
                  <a:cubicBezTo>
                    <a:pt x="458470" y="626110"/>
                    <a:pt x="405130" y="255270"/>
                    <a:pt x="419100" y="158750"/>
                  </a:cubicBezTo>
                  <a:cubicBezTo>
                    <a:pt x="425450" y="114300"/>
                    <a:pt x="434340" y="81280"/>
                    <a:pt x="448310" y="66040"/>
                  </a:cubicBezTo>
                  <a:cubicBezTo>
                    <a:pt x="458470" y="55880"/>
                    <a:pt x="471170" y="50800"/>
                    <a:pt x="482600" y="53340"/>
                  </a:cubicBezTo>
                  <a:cubicBezTo>
                    <a:pt x="494030" y="54610"/>
                    <a:pt x="513080" y="82550"/>
                    <a:pt x="514350" y="81280"/>
                  </a:cubicBezTo>
                  <a:cubicBezTo>
                    <a:pt x="515620" y="81280"/>
                    <a:pt x="505460" y="63500"/>
                    <a:pt x="504190" y="63500"/>
                  </a:cubicBezTo>
                  <a:cubicBezTo>
                    <a:pt x="501650" y="64770"/>
                    <a:pt x="516890" y="97790"/>
                    <a:pt x="510540" y="109220"/>
                  </a:cubicBezTo>
                  <a:cubicBezTo>
                    <a:pt x="505460" y="119380"/>
                    <a:pt x="481330" y="129540"/>
                    <a:pt x="468630" y="128270"/>
                  </a:cubicBezTo>
                  <a:cubicBezTo>
                    <a:pt x="458470" y="125730"/>
                    <a:pt x="445770" y="114300"/>
                    <a:pt x="441960" y="104140"/>
                  </a:cubicBezTo>
                  <a:cubicBezTo>
                    <a:pt x="438150" y="93980"/>
                    <a:pt x="440690" y="77470"/>
                    <a:pt x="445770" y="68580"/>
                  </a:cubicBezTo>
                  <a:cubicBezTo>
                    <a:pt x="452120" y="59690"/>
                    <a:pt x="467360" y="52070"/>
                    <a:pt x="477520" y="52070"/>
                  </a:cubicBezTo>
                  <a:cubicBezTo>
                    <a:pt x="488950" y="53340"/>
                    <a:pt x="502920" y="60960"/>
                    <a:pt x="509270" y="69850"/>
                  </a:cubicBezTo>
                  <a:cubicBezTo>
                    <a:pt x="515620" y="78740"/>
                    <a:pt x="516890" y="95250"/>
                    <a:pt x="513080" y="105410"/>
                  </a:cubicBezTo>
                  <a:cubicBezTo>
                    <a:pt x="508000" y="115570"/>
                    <a:pt x="494030" y="125730"/>
                    <a:pt x="485140" y="128270"/>
                  </a:cubicBezTo>
                  <a:cubicBezTo>
                    <a:pt x="477520" y="130810"/>
                    <a:pt x="467360" y="129540"/>
                    <a:pt x="461010" y="124460"/>
                  </a:cubicBezTo>
                  <a:cubicBezTo>
                    <a:pt x="452120" y="119380"/>
                    <a:pt x="440690" y="101600"/>
                    <a:pt x="439420" y="90170"/>
                  </a:cubicBezTo>
                  <a:cubicBezTo>
                    <a:pt x="438150" y="81280"/>
                    <a:pt x="443230" y="71120"/>
                    <a:pt x="448310" y="66040"/>
                  </a:cubicBezTo>
                  <a:cubicBezTo>
                    <a:pt x="454660" y="59690"/>
                    <a:pt x="463550" y="53340"/>
                    <a:pt x="472440" y="53340"/>
                  </a:cubicBezTo>
                  <a:cubicBezTo>
                    <a:pt x="482600" y="52070"/>
                    <a:pt x="499110" y="58420"/>
                    <a:pt x="505460" y="66040"/>
                  </a:cubicBezTo>
                  <a:cubicBezTo>
                    <a:pt x="511810" y="71120"/>
                    <a:pt x="515620" y="80010"/>
                    <a:pt x="515620" y="90170"/>
                  </a:cubicBezTo>
                  <a:cubicBezTo>
                    <a:pt x="515620" y="107950"/>
                    <a:pt x="500380" y="125730"/>
                    <a:pt x="495300" y="158750"/>
                  </a:cubicBezTo>
                  <a:cubicBezTo>
                    <a:pt x="483870" y="240030"/>
                    <a:pt x="497840" y="499110"/>
                    <a:pt x="490220" y="589280"/>
                  </a:cubicBezTo>
                  <a:cubicBezTo>
                    <a:pt x="486410" y="632460"/>
                    <a:pt x="487680" y="664210"/>
                    <a:pt x="476250" y="683260"/>
                  </a:cubicBezTo>
                  <a:cubicBezTo>
                    <a:pt x="468630" y="695960"/>
                    <a:pt x="457200" y="704850"/>
                    <a:pt x="443230" y="707390"/>
                  </a:cubicBezTo>
                  <a:cubicBezTo>
                    <a:pt x="424180" y="711200"/>
                    <a:pt x="389890" y="702310"/>
                    <a:pt x="365760" y="687070"/>
                  </a:cubicBezTo>
                  <a:cubicBezTo>
                    <a:pt x="335280" y="665480"/>
                    <a:pt x="307340" y="614680"/>
                    <a:pt x="283210" y="577850"/>
                  </a:cubicBezTo>
                  <a:cubicBezTo>
                    <a:pt x="261620" y="543560"/>
                    <a:pt x="245110" y="518160"/>
                    <a:pt x="226060" y="476250"/>
                  </a:cubicBezTo>
                  <a:cubicBezTo>
                    <a:pt x="199390" y="414020"/>
                    <a:pt x="175260" y="312420"/>
                    <a:pt x="146050" y="237490"/>
                  </a:cubicBezTo>
                  <a:cubicBezTo>
                    <a:pt x="119380" y="167640"/>
                    <a:pt x="59690" y="73660"/>
                    <a:pt x="59690" y="39370"/>
                  </a:cubicBezTo>
                  <a:cubicBezTo>
                    <a:pt x="58420" y="26670"/>
                    <a:pt x="63500" y="20320"/>
                    <a:pt x="68580" y="13970"/>
                  </a:cubicBezTo>
                  <a:cubicBezTo>
                    <a:pt x="74930" y="7620"/>
                    <a:pt x="83820" y="1270"/>
                    <a:pt x="92710" y="1270"/>
                  </a:cubicBezTo>
                  <a:cubicBezTo>
                    <a:pt x="104140" y="1270"/>
                    <a:pt x="123190" y="10160"/>
                    <a:pt x="130810" y="22860"/>
                  </a:cubicBezTo>
                  <a:cubicBezTo>
                    <a:pt x="142240" y="39370"/>
                    <a:pt x="134620" y="73660"/>
                    <a:pt x="134620" y="106680"/>
                  </a:cubicBezTo>
                  <a:cubicBezTo>
                    <a:pt x="133350" y="153670"/>
                    <a:pt x="132080" y="209550"/>
                    <a:pt x="127000" y="278130"/>
                  </a:cubicBezTo>
                  <a:cubicBezTo>
                    <a:pt x="118110" y="383540"/>
                    <a:pt x="95250" y="617220"/>
                    <a:pt x="74930" y="673100"/>
                  </a:cubicBezTo>
                  <a:cubicBezTo>
                    <a:pt x="69850" y="689610"/>
                    <a:pt x="64770" y="698500"/>
                    <a:pt x="57150" y="703580"/>
                  </a:cubicBezTo>
                  <a:cubicBezTo>
                    <a:pt x="49530" y="708660"/>
                    <a:pt x="38100" y="709930"/>
                    <a:pt x="30480" y="707390"/>
                  </a:cubicBezTo>
                  <a:cubicBezTo>
                    <a:pt x="21590" y="706120"/>
                    <a:pt x="12700" y="699770"/>
                    <a:pt x="7620" y="693420"/>
                  </a:cubicBezTo>
                  <a:cubicBezTo>
                    <a:pt x="2540" y="687070"/>
                    <a:pt x="0" y="668020"/>
                    <a:pt x="0" y="6680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392578" y="2369043"/>
            <a:ext cx="270755" cy="162018"/>
            <a:chOff x="0" y="0"/>
            <a:chExt cx="316230" cy="1892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8260" y="46990"/>
              <a:ext cx="218440" cy="90170"/>
            </a:xfrm>
            <a:custGeom>
              <a:avLst/>
              <a:gdLst/>
              <a:ahLst/>
              <a:cxnLst/>
              <a:rect r="r" b="b" t="t" l="l"/>
              <a:pathLst>
                <a:path h="90170" w="218440">
                  <a:moveTo>
                    <a:pt x="45720" y="3810"/>
                  </a:moveTo>
                  <a:cubicBezTo>
                    <a:pt x="137160" y="15240"/>
                    <a:pt x="167640" y="0"/>
                    <a:pt x="185420" y="3810"/>
                  </a:cubicBezTo>
                  <a:cubicBezTo>
                    <a:pt x="196850" y="6350"/>
                    <a:pt x="208280" y="16510"/>
                    <a:pt x="213360" y="25400"/>
                  </a:cubicBezTo>
                  <a:cubicBezTo>
                    <a:pt x="217170" y="31750"/>
                    <a:pt x="218440" y="41910"/>
                    <a:pt x="215900" y="49530"/>
                  </a:cubicBezTo>
                  <a:cubicBezTo>
                    <a:pt x="213360" y="58420"/>
                    <a:pt x="203200" y="72390"/>
                    <a:pt x="193040" y="76200"/>
                  </a:cubicBezTo>
                  <a:cubicBezTo>
                    <a:pt x="184150" y="81280"/>
                    <a:pt x="166370" y="78740"/>
                    <a:pt x="157480" y="73660"/>
                  </a:cubicBezTo>
                  <a:cubicBezTo>
                    <a:pt x="148590" y="67310"/>
                    <a:pt x="139700" y="52070"/>
                    <a:pt x="140970" y="41910"/>
                  </a:cubicBezTo>
                  <a:cubicBezTo>
                    <a:pt x="142240" y="29210"/>
                    <a:pt x="156210" y="7620"/>
                    <a:pt x="168910" y="5080"/>
                  </a:cubicBezTo>
                  <a:cubicBezTo>
                    <a:pt x="180340" y="1270"/>
                    <a:pt x="204470" y="12700"/>
                    <a:pt x="212090" y="21590"/>
                  </a:cubicBezTo>
                  <a:cubicBezTo>
                    <a:pt x="217170" y="27940"/>
                    <a:pt x="218440" y="36830"/>
                    <a:pt x="217170" y="45720"/>
                  </a:cubicBezTo>
                  <a:cubicBezTo>
                    <a:pt x="214630" y="54610"/>
                    <a:pt x="208280" y="67310"/>
                    <a:pt x="196850" y="74930"/>
                  </a:cubicBezTo>
                  <a:cubicBezTo>
                    <a:pt x="179070" y="87630"/>
                    <a:pt x="130810" y="90170"/>
                    <a:pt x="101600" y="90170"/>
                  </a:cubicBezTo>
                  <a:cubicBezTo>
                    <a:pt x="77470" y="90170"/>
                    <a:pt x="49530" y="86360"/>
                    <a:pt x="33020" y="78740"/>
                  </a:cubicBezTo>
                  <a:cubicBezTo>
                    <a:pt x="20320" y="73660"/>
                    <a:pt x="8890" y="66040"/>
                    <a:pt x="5080" y="57150"/>
                  </a:cubicBezTo>
                  <a:cubicBezTo>
                    <a:pt x="0" y="49530"/>
                    <a:pt x="0" y="39370"/>
                    <a:pt x="2540" y="30480"/>
                  </a:cubicBezTo>
                  <a:cubicBezTo>
                    <a:pt x="5080" y="22860"/>
                    <a:pt x="11430" y="13970"/>
                    <a:pt x="19050" y="8890"/>
                  </a:cubicBezTo>
                  <a:cubicBezTo>
                    <a:pt x="25400" y="5080"/>
                    <a:pt x="45720" y="3810"/>
                    <a:pt x="45720" y="38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392578" y="2506052"/>
            <a:ext cx="305551" cy="169630"/>
            <a:chOff x="0" y="0"/>
            <a:chExt cx="356870" cy="198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50800"/>
              <a:ext cx="259080" cy="109220"/>
            </a:xfrm>
            <a:custGeom>
              <a:avLst/>
              <a:gdLst/>
              <a:ahLst/>
              <a:cxnLst/>
              <a:rect r="r" b="b" t="t" l="l"/>
              <a:pathLst>
                <a:path h="109220" w="259080">
                  <a:moveTo>
                    <a:pt x="44450" y="0"/>
                  </a:moveTo>
                  <a:cubicBezTo>
                    <a:pt x="248920" y="33020"/>
                    <a:pt x="259080" y="50800"/>
                    <a:pt x="256540" y="62230"/>
                  </a:cubicBezTo>
                  <a:cubicBezTo>
                    <a:pt x="255270" y="74930"/>
                    <a:pt x="236220" y="92710"/>
                    <a:pt x="223520" y="95250"/>
                  </a:cubicBezTo>
                  <a:cubicBezTo>
                    <a:pt x="213360" y="97790"/>
                    <a:pt x="196850" y="91440"/>
                    <a:pt x="190500" y="82550"/>
                  </a:cubicBezTo>
                  <a:cubicBezTo>
                    <a:pt x="182880" y="73660"/>
                    <a:pt x="181610" y="46990"/>
                    <a:pt x="186690" y="36830"/>
                  </a:cubicBezTo>
                  <a:cubicBezTo>
                    <a:pt x="191770" y="27940"/>
                    <a:pt x="208280" y="20320"/>
                    <a:pt x="218440" y="19050"/>
                  </a:cubicBezTo>
                  <a:cubicBezTo>
                    <a:pt x="226060" y="19050"/>
                    <a:pt x="234950" y="21590"/>
                    <a:pt x="241300" y="26670"/>
                  </a:cubicBezTo>
                  <a:cubicBezTo>
                    <a:pt x="248920" y="33020"/>
                    <a:pt x="257810" y="48260"/>
                    <a:pt x="256540" y="58420"/>
                  </a:cubicBezTo>
                  <a:cubicBezTo>
                    <a:pt x="255270" y="71120"/>
                    <a:pt x="245110" y="87630"/>
                    <a:pt x="228600" y="93980"/>
                  </a:cubicBezTo>
                  <a:cubicBezTo>
                    <a:pt x="193040" y="109220"/>
                    <a:pt x="68580" y="88900"/>
                    <a:pt x="34290" y="74930"/>
                  </a:cubicBezTo>
                  <a:cubicBezTo>
                    <a:pt x="19050" y="69850"/>
                    <a:pt x="10160" y="63500"/>
                    <a:pt x="5080" y="54610"/>
                  </a:cubicBezTo>
                  <a:cubicBezTo>
                    <a:pt x="0" y="46990"/>
                    <a:pt x="0" y="35560"/>
                    <a:pt x="2540" y="27940"/>
                  </a:cubicBezTo>
                  <a:cubicBezTo>
                    <a:pt x="5080" y="19050"/>
                    <a:pt x="11430" y="10160"/>
                    <a:pt x="17780" y="6350"/>
                  </a:cubicBezTo>
                  <a:cubicBezTo>
                    <a:pt x="25400" y="1270"/>
                    <a:pt x="44450" y="0"/>
                    <a:pt x="44450" y="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909391" y="2225510"/>
            <a:ext cx="504540" cy="942750"/>
            <a:chOff x="0" y="0"/>
            <a:chExt cx="589280" cy="11010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5560" y="46990"/>
              <a:ext cx="50419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4190">
                  <a:moveTo>
                    <a:pt x="210820" y="275590"/>
                  </a:moveTo>
                  <a:cubicBezTo>
                    <a:pt x="119380" y="892810"/>
                    <a:pt x="105410" y="951230"/>
                    <a:pt x="90170" y="977900"/>
                  </a:cubicBezTo>
                  <a:cubicBezTo>
                    <a:pt x="85090" y="989330"/>
                    <a:pt x="80010" y="994410"/>
                    <a:pt x="72390" y="998220"/>
                  </a:cubicBezTo>
                  <a:cubicBezTo>
                    <a:pt x="64770" y="1002030"/>
                    <a:pt x="54610" y="1005840"/>
                    <a:pt x="45720" y="1002030"/>
                  </a:cubicBezTo>
                  <a:cubicBezTo>
                    <a:pt x="35560" y="998220"/>
                    <a:pt x="24130" y="988060"/>
                    <a:pt x="16510" y="970280"/>
                  </a:cubicBezTo>
                  <a:cubicBezTo>
                    <a:pt x="0" y="927100"/>
                    <a:pt x="11430" y="784860"/>
                    <a:pt x="15240" y="715010"/>
                  </a:cubicBezTo>
                  <a:cubicBezTo>
                    <a:pt x="19050" y="666750"/>
                    <a:pt x="21590" y="642620"/>
                    <a:pt x="31750" y="590550"/>
                  </a:cubicBezTo>
                  <a:cubicBezTo>
                    <a:pt x="50800" y="500380"/>
                    <a:pt x="95250" y="321310"/>
                    <a:pt x="132080" y="228600"/>
                  </a:cubicBezTo>
                  <a:cubicBezTo>
                    <a:pt x="157480" y="166370"/>
                    <a:pt x="177800" y="119380"/>
                    <a:pt x="212090" y="80010"/>
                  </a:cubicBezTo>
                  <a:cubicBezTo>
                    <a:pt x="242570" y="45720"/>
                    <a:pt x="292100" y="10160"/>
                    <a:pt x="322580" y="3810"/>
                  </a:cubicBezTo>
                  <a:cubicBezTo>
                    <a:pt x="340360" y="0"/>
                    <a:pt x="353060" y="5080"/>
                    <a:pt x="368300" y="10160"/>
                  </a:cubicBezTo>
                  <a:cubicBezTo>
                    <a:pt x="384810" y="16510"/>
                    <a:pt x="400050" y="25400"/>
                    <a:pt x="415290" y="41910"/>
                  </a:cubicBezTo>
                  <a:cubicBezTo>
                    <a:pt x="440690" y="69850"/>
                    <a:pt x="472440" y="142240"/>
                    <a:pt x="487680" y="176530"/>
                  </a:cubicBezTo>
                  <a:cubicBezTo>
                    <a:pt x="495300" y="198120"/>
                    <a:pt x="500380" y="208280"/>
                    <a:pt x="501650" y="228600"/>
                  </a:cubicBezTo>
                  <a:cubicBezTo>
                    <a:pt x="504190" y="252730"/>
                    <a:pt x="504190" y="288290"/>
                    <a:pt x="496570" y="312420"/>
                  </a:cubicBezTo>
                  <a:cubicBezTo>
                    <a:pt x="490220" y="335280"/>
                    <a:pt x="481330" y="351790"/>
                    <a:pt x="466090" y="372110"/>
                  </a:cubicBezTo>
                  <a:cubicBezTo>
                    <a:pt x="445770" y="397510"/>
                    <a:pt x="410210" y="430530"/>
                    <a:pt x="382270" y="448310"/>
                  </a:cubicBezTo>
                  <a:cubicBezTo>
                    <a:pt x="361950" y="461010"/>
                    <a:pt x="346710" y="467360"/>
                    <a:pt x="320040" y="473710"/>
                  </a:cubicBezTo>
                  <a:cubicBezTo>
                    <a:pt x="276860" y="483870"/>
                    <a:pt x="146050" y="483870"/>
                    <a:pt x="146050" y="486410"/>
                  </a:cubicBezTo>
                  <a:cubicBezTo>
                    <a:pt x="146050" y="486410"/>
                    <a:pt x="173990" y="488950"/>
                    <a:pt x="173990" y="487680"/>
                  </a:cubicBezTo>
                  <a:cubicBezTo>
                    <a:pt x="175260" y="485140"/>
                    <a:pt x="154940" y="483870"/>
                    <a:pt x="148590" y="478790"/>
                  </a:cubicBezTo>
                  <a:cubicBezTo>
                    <a:pt x="142240" y="472440"/>
                    <a:pt x="135890" y="463550"/>
                    <a:pt x="135890" y="454660"/>
                  </a:cubicBezTo>
                  <a:cubicBezTo>
                    <a:pt x="135890" y="443230"/>
                    <a:pt x="144780" y="421640"/>
                    <a:pt x="154940" y="415290"/>
                  </a:cubicBezTo>
                  <a:cubicBezTo>
                    <a:pt x="165100" y="410210"/>
                    <a:pt x="186690" y="412750"/>
                    <a:pt x="196850" y="419100"/>
                  </a:cubicBezTo>
                  <a:cubicBezTo>
                    <a:pt x="205740" y="425450"/>
                    <a:pt x="212090" y="440690"/>
                    <a:pt x="210820" y="450850"/>
                  </a:cubicBezTo>
                  <a:cubicBezTo>
                    <a:pt x="210820" y="462280"/>
                    <a:pt x="201930" y="476250"/>
                    <a:pt x="193040" y="481330"/>
                  </a:cubicBezTo>
                  <a:cubicBezTo>
                    <a:pt x="184150" y="487680"/>
                    <a:pt x="166370" y="487680"/>
                    <a:pt x="157480" y="483870"/>
                  </a:cubicBezTo>
                  <a:cubicBezTo>
                    <a:pt x="147320" y="478790"/>
                    <a:pt x="137160" y="464820"/>
                    <a:pt x="135890" y="454660"/>
                  </a:cubicBezTo>
                  <a:cubicBezTo>
                    <a:pt x="134620" y="444500"/>
                    <a:pt x="139700" y="427990"/>
                    <a:pt x="147320" y="421640"/>
                  </a:cubicBezTo>
                  <a:cubicBezTo>
                    <a:pt x="157480" y="414020"/>
                    <a:pt x="182880" y="411480"/>
                    <a:pt x="193040" y="416560"/>
                  </a:cubicBezTo>
                  <a:cubicBezTo>
                    <a:pt x="203200" y="421640"/>
                    <a:pt x="210820" y="436880"/>
                    <a:pt x="212090" y="447040"/>
                  </a:cubicBezTo>
                  <a:cubicBezTo>
                    <a:pt x="212090" y="458470"/>
                    <a:pt x="204470" y="473710"/>
                    <a:pt x="195580" y="480060"/>
                  </a:cubicBezTo>
                  <a:cubicBezTo>
                    <a:pt x="186690" y="486410"/>
                    <a:pt x="166370" y="488950"/>
                    <a:pt x="156210" y="482600"/>
                  </a:cubicBezTo>
                  <a:cubicBezTo>
                    <a:pt x="146050" y="477520"/>
                    <a:pt x="135890" y="457200"/>
                    <a:pt x="135890" y="445770"/>
                  </a:cubicBezTo>
                  <a:cubicBezTo>
                    <a:pt x="134620" y="436880"/>
                    <a:pt x="140970" y="426720"/>
                    <a:pt x="147320" y="421640"/>
                  </a:cubicBezTo>
                  <a:cubicBezTo>
                    <a:pt x="153670" y="415290"/>
                    <a:pt x="172720" y="412750"/>
                    <a:pt x="172720" y="411480"/>
                  </a:cubicBezTo>
                  <a:cubicBezTo>
                    <a:pt x="171450" y="408940"/>
                    <a:pt x="143510" y="410210"/>
                    <a:pt x="143510" y="410210"/>
                  </a:cubicBezTo>
                  <a:cubicBezTo>
                    <a:pt x="143510" y="407670"/>
                    <a:pt x="284480" y="414020"/>
                    <a:pt x="330200" y="394970"/>
                  </a:cubicBezTo>
                  <a:cubicBezTo>
                    <a:pt x="361950" y="382270"/>
                    <a:pt x="383540" y="355600"/>
                    <a:pt x="401320" y="332740"/>
                  </a:cubicBezTo>
                  <a:cubicBezTo>
                    <a:pt x="416560" y="313690"/>
                    <a:pt x="429260" y="292100"/>
                    <a:pt x="431800" y="271780"/>
                  </a:cubicBezTo>
                  <a:cubicBezTo>
                    <a:pt x="434340" y="252730"/>
                    <a:pt x="427990" y="236220"/>
                    <a:pt x="420370" y="214630"/>
                  </a:cubicBezTo>
                  <a:cubicBezTo>
                    <a:pt x="410210" y="181610"/>
                    <a:pt x="387350" y="123190"/>
                    <a:pt x="367030" y="100330"/>
                  </a:cubicBezTo>
                  <a:cubicBezTo>
                    <a:pt x="353060" y="86360"/>
                    <a:pt x="337820" y="74930"/>
                    <a:pt x="323850" y="77470"/>
                  </a:cubicBezTo>
                  <a:cubicBezTo>
                    <a:pt x="303530" y="80010"/>
                    <a:pt x="274320" y="114300"/>
                    <a:pt x="260350" y="135890"/>
                  </a:cubicBezTo>
                  <a:cubicBezTo>
                    <a:pt x="248920" y="154940"/>
                    <a:pt x="251460" y="179070"/>
                    <a:pt x="242570" y="196850"/>
                  </a:cubicBezTo>
                  <a:cubicBezTo>
                    <a:pt x="233680" y="213360"/>
                    <a:pt x="218440" y="219710"/>
                    <a:pt x="207010" y="240030"/>
                  </a:cubicBezTo>
                  <a:cubicBezTo>
                    <a:pt x="186690" y="279400"/>
                    <a:pt x="166370" y="358140"/>
                    <a:pt x="148590" y="427990"/>
                  </a:cubicBezTo>
                  <a:cubicBezTo>
                    <a:pt x="125730" y="513080"/>
                    <a:pt x="100330" y="622300"/>
                    <a:pt x="91440" y="716280"/>
                  </a:cubicBezTo>
                  <a:cubicBezTo>
                    <a:pt x="83820" y="802640"/>
                    <a:pt x="101600" y="929640"/>
                    <a:pt x="92710" y="969010"/>
                  </a:cubicBezTo>
                  <a:cubicBezTo>
                    <a:pt x="90170" y="981710"/>
                    <a:pt x="87630" y="988060"/>
                    <a:pt x="80010" y="993140"/>
                  </a:cubicBezTo>
                  <a:cubicBezTo>
                    <a:pt x="72390" y="999490"/>
                    <a:pt x="55880" y="1003300"/>
                    <a:pt x="45720" y="1002030"/>
                  </a:cubicBezTo>
                  <a:cubicBezTo>
                    <a:pt x="36830" y="1000760"/>
                    <a:pt x="27940" y="994410"/>
                    <a:pt x="24130" y="986790"/>
                  </a:cubicBezTo>
                  <a:cubicBezTo>
                    <a:pt x="19050" y="980440"/>
                    <a:pt x="16510" y="972820"/>
                    <a:pt x="16510" y="961390"/>
                  </a:cubicBezTo>
                  <a:cubicBezTo>
                    <a:pt x="17780" y="932180"/>
                    <a:pt x="44450" y="882650"/>
                    <a:pt x="57150" y="820420"/>
                  </a:cubicBezTo>
                  <a:cubicBezTo>
                    <a:pt x="83820" y="695960"/>
                    <a:pt x="114300" y="325120"/>
                    <a:pt x="135890" y="262890"/>
                  </a:cubicBezTo>
                  <a:cubicBezTo>
                    <a:pt x="140970" y="248920"/>
                    <a:pt x="143510" y="245110"/>
                    <a:pt x="149860" y="240030"/>
                  </a:cubicBezTo>
                  <a:cubicBezTo>
                    <a:pt x="156210" y="233680"/>
                    <a:pt x="166370" y="229870"/>
                    <a:pt x="175260" y="231140"/>
                  </a:cubicBezTo>
                  <a:cubicBezTo>
                    <a:pt x="185420" y="232410"/>
                    <a:pt x="199390" y="240030"/>
                    <a:pt x="205740" y="248920"/>
                  </a:cubicBezTo>
                  <a:cubicBezTo>
                    <a:pt x="210820" y="256540"/>
                    <a:pt x="210820" y="275590"/>
                    <a:pt x="210820" y="27559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314668" y="2524537"/>
            <a:ext cx="274017" cy="319687"/>
            <a:chOff x="0" y="0"/>
            <a:chExt cx="320040" cy="3733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6990" y="48260"/>
              <a:ext cx="222250" cy="289560"/>
            </a:xfrm>
            <a:custGeom>
              <a:avLst/>
              <a:gdLst/>
              <a:ahLst/>
              <a:cxnLst/>
              <a:rect r="r" b="b" t="t" l="l"/>
              <a:pathLst>
                <a:path h="289560" w="222250">
                  <a:moveTo>
                    <a:pt x="160020" y="48260"/>
                  </a:moveTo>
                  <a:cubicBezTo>
                    <a:pt x="100330" y="264160"/>
                    <a:pt x="57150" y="274320"/>
                    <a:pt x="36830" y="273050"/>
                  </a:cubicBezTo>
                  <a:cubicBezTo>
                    <a:pt x="24130" y="271780"/>
                    <a:pt x="12700" y="261620"/>
                    <a:pt x="7620" y="252730"/>
                  </a:cubicBezTo>
                  <a:cubicBezTo>
                    <a:pt x="2540" y="246380"/>
                    <a:pt x="1270" y="234950"/>
                    <a:pt x="3810" y="226060"/>
                  </a:cubicBezTo>
                  <a:cubicBezTo>
                    <a:pt x="6350" y="217170"/>
                    <a:pt x="12700" y="205740"/>
                    <a:pt x="26670" y="199390"/>
                  </a:cubicBezTo>
                  <a:cubicBezTo>
                    <a:pt x="55880" y="186690"/>
                    <a:pt x="165100" y="189230"/>
                    <a:pt x="195580" y="201930"/>
                  </a:cubicBezTo>
                  <a:cubicBezTo>
                    <a:pt x="209550" y="208280"/>
                    <a:pt x="217170" y="218440"/>
                    <a:pt x="219710" y="228600"/>
                  </a:cubicBezTo>
                  <a:cubicBezTo>
                    <a:pt x="222250" y="238760"/>
                    <a:pt x="219710" y="255270"/>
                    <a:pt x="212090" y="262890"/>
                  </a:cubicBezTo>
                  <a:cubicBezTo>
                    <a:pt x="203200" y="271780"/>
                    <a:pt x="177800" y="276860"/>
                    <a:pt x="166370" y="273050"/>
                  </a:cubicBezTo>
                  <a:cubicBezTo>
                    <a:pt x="157480" y="269240"/>
                    <a:pt x="147320" y="255270"/>
                    <a:pt x="146050" y="245110"/>
                  </a:cubicBezTo>
                  <a:cubicBezTo>
                    <a:pt x="143510" y="233680"/>
                    <a:pt x="149860" y="218440"/>
                    <a:pt x="157480" y="210820"/>
                  </a:cubicBezTo>
                  <a:cubicBezTo>
                    <a:pt x="165100" y="203200"/>
                    <a:pt x="181610" y="198120"/>
                    <a:pt x="191770" y="200660"/>
                  </a:cubicBezTo>
                  <a:cubicBezTo>
                    <a:pt x="203200" y="204470"/>
                    <a:pt x="220980" y="224790"/>
                    <a:pt x="220980" y="236220"/>
                  </a:cubicBezTo>
                  <a:cubicBezTo>
                    <a:pt x="222250" y="248920"/>
                    <a:pt x="210820" y="266700"/>
                    <a:pt x="195580" y="274320"/>
                  </a:cubicBezTo>
                  <a:cubicBezTo>
                    <a:pt x="166370" y="289560"/>
                    <a:pt x="68580" y="284480"/>
                    <a:pt x="36830" y="273050"/>
                  </a:cubicBezTo>
                  <a:cubicBezTo>
                    <a:pt x="20320" y="266700"/>
                    <a:pt x="6350" y="256540"/>
                    <a:pt x="3810" y="245110"/>
                  </a:cubicBezTo>
                  <a:cubicBezTo>
                    <a:pt x="0" y="233680"/>
                    <a:pt x="8890" y="213360"/>
                    <a:pt x="17780" y="204470"/>
                  </a:cubicBezTo>
                  <a:cubicBezTo>
                    <a:pt x="27940" y="194310"/>
                    <a:pt x="55880" y="203200"/>
                    <a:pt x="66040" y="190500"/>
                  </a:cubicBezTo>
                  <a:cubicBezTo>
                    <a:pt x="81280" y="170180"/>
                    <a:pt x="68580" y="107950"/>
                    <a:pt x="74930" y="74930"/>
                  </a:cubicBezTo>
                  <a:cubicBezTo>
                    <a:pt x="78740" y="50800"/>
                    <a:pt x="82550" y="24130"/>
                    <a:pt x="95250" y="12700"/>
                  </a:cubicBezTo>
                  <a:cubicBezTo>
                    <a:pt x="105410" y="3810"/>
                    <a:pt x="125730" y="0"/>
                    <a:pt x="137160" y="2540"/>
                  </a:cubicBezTo>
                  <a:cubicBezTo>
                    <a:pt x="144780" y="5080"/>
                    <a:pt x="152400" y="13970"/>
                    <a:pt x="157480" y="20320"/>
                  </a:cubicBezTo>
                  <a:cubicBezTo>
                    <a:pt x="161290" y="27940"/>
                    <a:pt x="160020" y="48260"/>
                    <a:pt x="160020" y="4826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300532" y="1865591"/>
            <a:ext cx="371880" cy="365356"/>
            <a:chOff x="0" y="0"/>
            <a:chExt cx="434340" cy="426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800" y="44450"/>
              <a:ext cx="335280" cy="337820"/>
            </a:xfrm>
            <a:custGeom>
              <a:avLst/>
              <a:gdLst/>
              <a:ahLst/>
              <a:cxnLst/>
              <a:rect r="r" b="b" t="t" l="l"/>
              <a:pathLst>
                <a:path h="337820" w="335280">
                  <a:moveTo>
                    <a:pt x="95250" y="173990"/>
                  </a:moveTo>
                  <a:cubicBezTo>
                    <a:pt x="151130" y="172720"/>
                    <a:pt x="184150" y="148590"/>
                    <a:pt x="193040" y="128270"/>
                  </a:cubicBezTo>
                  <a:cubicBezTo>
                    <a:pt x="200660" y="111760"/>
                    <a:pt x="200660" y="77470"/>
                    <a:pt x="190500" y="71120"/>
                  </a:cubicBezTo>
                  <a:cubicBezTo>
                    <a:pt x="176530" y="62230"/>
                    <a:pt x="110490" y="97790"/>
                    <a:pt x="92710" y="118110"/>
                  </a:cubicBezTo>
                  <a:cubicBezTo>
                    <a:pt x="81280" y="130810"/>
                    <a:pt x="77470" y="147320"/>
                    <a:pt x="77470" y="165100"/>
                  </a:cubicBezTo>
                  <a:cubicBezTo>
                    <a:pt x="77470" y="184150"/>
                    <a:pt x="86360" y="215900"/>
                    <a:pt x="97790" y="229870"/>
                  </a:cubicBezTo>
                  <a:cubicBezTo>
                    <a:pt x="106680" y="241300"/>
                    <a:pt x="116840" y="243840"/>
                    <a:pt x="133350" y="248920"/>
                  </a:cubicBezTo>
                  <a:cubicBezTo>
                    <a:pt x="168910" y="259080"/>
                    <a:pt x="278130" y="242570"/>
                    <a:pt x="308610" y="256540"/>
                  </a:cubicBezTo>
                  <a:cubicBezTo>
                    <a:pt x="321310" y="262890"/>
                    <a:pt x="330200" y="271780"/>
                    <a:pt x="332740" y="281940"/>
                  </a:cubicBezTo>
                  <a:cubicBezTo>
                    <a:pt x="335280" y="293370"/>
                    <a:pt x="325120" y="317500"/>
                    <a:pt x="314960" y="325120"/>
                  </a:cubicBezTo>
                  <a:cubicBezTo>
                    <a:pt x="306070" y="331470"/>
                    <a:pt x="289560" y="331470"/>
                    <a:pt x="279400" y="326390"/>
                  </a:cubicBezTo>
                  <a:cubicBezTo>
                    <a:pt x="270510" y="322580"/>
                    <a:pt x="260350" y="308610"/>
                    <a:pt x="257810" y="298450"/>
                  </a:cubicBezTo>
                  <a:cubicBezTo>
                    <a:pt x="256540" y="288290"/>
                    <a:pt x="261620" y="271780"/>
                    <a:pt x="269240" y="264160"/>
                  </a:cubicBezTo>
                  <a:cubicBezTo>
                    <a:pt x="276860" y="256540"/>
                    <a:pt x="293370" y="252730"/>
                    <a:pt x="303530" y="255270"/>
                  </a:cubicBezTo>
                  <a:cubicBezTo>
                    <a:pt x="314960" y="257810"/>
                    <a:pt x="327660" y="267970"/>
                    <a:pt x="331470" y="278130"/>
                  </a:cubicBezTo>
                  <a:cubicBezTo>
                    <a:pt x="335280" y="288290"/>
                    <a:pt x="332740" y="304800"/>
                    <a:pt x="327660" y="313690"/>
                  </a:cubicBezTo>
                  <a:cubicBezTo>
                    <a:pt x="321310" y="322580"/>
                    <a:pt x="311150" y="326390"/>
                    <a:pt x="295910" y="330200"/>
                  </a:cubicBezTo>
                  <a:cubicBezTo>
                    <a:pt x="264160" y="337820"/>
                    <a:pt x="186690" y="332740"/>
                    <a:pt x="146050" y="326390"/>
                  </a:cubicBezTo>
                  <a:cubicBezTo>
                    <a:pt x="115570" y="321310"/>
                    <a:pt x="90170" y="317500"/>
                    <a:pt x="68580" y="302260"/>
                  </a:cubicBezTo>
                  <a:cubicBezTo>
                    <a:pt x="45720" y="285750"/>
                    <a:pt x="24130" y="248920"/>
                    <a:pt x="12700" y="227330"/>
                  </a:cubicBezTo>
                  <a:cubicBezTo>
                    <a:pt x="5080" y="212090"/>
                    <a:pt x="0" y="203200"/>
                    <a:pt x="0" y="185420"/>
                  </a:cubicBezTo>
                  <a:cubicBezTo>
                    <a:pt x="0" y="158750"/>
                    <a:pt x="12700" y="106680"/>
                    <a:pt x="34290" y="77470"/>
                  </a:cubicBezTo>
                  <a:cubicBezTo>
                    <a:pt x="54610" y="48260"/>
                    <a:pt x="96520" y="19050"/>
                    <a:pt x="129540" y="8890"/>
                  </a:cubicBezTo>
                  <a:cubicBezTo>
                    <a:pt x="156210" y="0"/>
                    <a:pt x="189230" y="0"/>
                    <a:pt x="209550" y="6350"/>
                  </a:cubicBezTo>
                  <a:cubicBezTo>
                    <a:pt x="226060" y="11430"/>
                    <a:pt x="237490" y="21590"/>
                    <a:pt x="247650" y="34290"/>
                  </a:cubicBezTo>
                  <a:cubicBezTo>
                    <a:pt x="257810" y="46990"/>
                    <a:pt x="265430" y="63500"/>
                    <a:pt x="267970" y="82550"/>
                  </a:cubicBezTo>
                  <a:cubicBezTo>
                    <a:pt x="270510" y="106680"/>
                    <a:pt x="269240" y="143510"/>
                    <a:pt x="254000" y="167640"/>
                  </a:cubicBezTo>
                  <a:cubicBezTo>
                    <a:pt x="236220" y="199390"/>
                    <a:pt x="181610" y="234950"/>
                    <a:pt x="151130" y="246380"/>
                  </a:cubicBezTo>
                  <a:cubicBezTo>
                    <a:pt x="130810" y="254000"/>
                    <a:pt x="110490" y="252730"/>
                    <a:pt x="95250" y="250190"/>
                  </a:cubicBezTo>
                  <a:cubicBezTo>
                    <a:pt x="85090" y="248920"/>
                    <a:pt x="76200" y="246380"/>
                    <a:pt x="71120" y="240030"/>
                  </a:cubicBezTo>
                  <a:cubicBezTo>
                    <a:pt x="64770" y="234950"/>
                    <a:pt x="58420" y="224790"/>
                    <a:pt x="58420" y="217170"/>
                  </a:cubicBezTo>
                  <a:cubicBezTo>
                    <a:pt x="57150" y="208280"/>
                    <a:pt x="58420" y="196850"/>
                    <a:pt x="64770" y="190500"/>
                  </a:cubicBezTo>
                  <a:cubicBezTo>
                    <a:pt x="71120" y="182880"/>
                    <a:pt x="95250" y="173990"/>
                    <a:pt x="95250" y="17399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623481" y="1890601"/>
            <a:ext cx="255532" cy="339259"/>
            <a:chOff x="0" y="0"/>
            <a:chExt cx="298450" cy="396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5720" y="46990"/>
              <a:ext cx="203200" cy="300990"/>
            </a:xfrm>
            <a:custGeom>
              <a:avLst/>
              <a:gdLst/>
              <a:ahLst/>
              <a:cxnLst/>
              <a:rect r="r" b="b" t="t" l="l"/>
              <a:pathLst>
                <a:path h="300990" w="203200">
                  <a:moveTo>
                    <a:pt x="78740" y="25400"/>
                  </a:moveTo>
                  <a:cubicBezTo>
                    <a:pt x="158750" y="208280"/>
                    <a:pt x="199390" y="236220"/>
                    <a:pt x="201930" y="259080"/>
                  </a:cubicBezTo>
                  <a:cubicBezTo>
                    <a:pt x="203200" y="271780"/>
                    <a:pt x="194310" y="284480"/>
                    <a:pt x="186690" y="290830"/>
                  </a:cubicBezTo>
                  <a:cubicBezTo>
                    <a:pt x="177800" y="297180"/>
                    <a:pt x="161290" y="299720"/>
                    <a:pt x="151130" y="295910"/>
                  </a:cubicBezTo>
                  <a:cubicBezTo>
                    <a:pt x="140970" y="293370"/>
                    <a:pt x="129540" y="279400"/>
                    <a:pt x="127000" y="270510"/>
                  </a:cubicBezTo>
                  <a:cubicBezTo>
                    <a:pt x="124460" y="262890"/>
                    <a:pt x="124460" y="252730"/>
                    <a:pt x="128270" y="246380"/>
                  </a:cubicBezTo>
                  <a:cubicBezTo>
                    <a:pt x="132080" y="237490"/>
                    <a:pt x="144780" y="224790"/>
                    <a:pt x="156210" y="223520"/>
                  </a:cubicBezTo>
                  <a:cubicBezTo>
                    <a:pt x="166370" y="220980"/>
                    <a:pt x="182880" y="224790"/>
                    <a:pt x="190500" y="232410"/>
                  </a:cubicBezTo>
                  <a:cubicBezTo>
                    <a:pt x="198120" y="241300"/>
                    <a:pt x="203200" y="267970"/>
                    <a:pt x="196850" y="278130"/>
                  </a:cubicBezTo>
                  <a:cubicBezTo>
                    <a:pt x="191770" y="289560"/>
                    <a:pt x="170180" y="300990"/>
                    <a:pt x="154940" y="297180"/>
                  </a:cubicBezTo>
                  <a:cubicBezTo>
                    <a:pt x="129540" y="292100"/>
                    <a:pt x="92710" y="242570"/>
                    <a:pt x="68580" y="203200"/>
                  </a:cubicBezTo>
                  <a:cubicBezTo>
                    <a:pt x="40640" y="158750"/>
                    <a:pt x="0" y="71120"/>
                    <a:pt x="5080" y="36830"/>
                  </a:cubicBezTo>
                  <a:cubicBezTo>
                    <a:pt x="7620" y="20320"/>
                    <a:pt x="22860" y="7620"/>
                    <a:pt x="33020" y="3810"/>
                  </a:cubicBezTo>
                  <a:cubicBezTo>
                    <a:pt x="40640" y="0"/>
                    <a:pt x="52070" y="2540"/>
                    <a:pt x="59690" y="6350"/>
                  </a:cubicBezTo>
                  <a:cubicBezTo>
                    <a:pt x="67310" y="8890"/>
                    <a:pt x="78740" y="25400"/>
                    <a:pt x="78740" y="254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572374" y="1906911"/>
            <a:ext cx="322949" cy="305551"/>
            <a:chOff x="0" y="0"/>
            <a:chExt cx="377190" cy="3568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278130" cy="256540"/>
            </a:xfrm>
            <a:custGeom>
              <a:avLst/>
              <a:gdLst/>
              <a:ahLst/>
              <a:cxnLst/>
              <a:rect r="r" b="b" t="t" l="l"/>
              <a:pathLst>
                <a:path h="256540" w="278130">
                  <a:moveTo>
                    <a:pt x="11430" y="190500"/>
                  </a:moveTo>
                  <a:cubicBezTo>
                    <a:pt x="185420" y="22860"/>
                    <a:pt x="212090" y="0"/>
                    <a:pt x="233680" y="0"/>
                  </a:cubicBezTo>
                  <a:cubicBezTo>
                    <a:pt x="248920" y="0"/>
                    <a:pt x="267970" y="11430"/>
                    <a:pt x="273050" y="22860"/>
                  </a:cubicBezTo>
                  <a:cubicBezTo>
                    <a:pt x="278130" y="34290"/>
                    <a:pt x="269240" y="58420"/>
                    <a:pt x="261620" y="67310"/>
                  </a:cubicBezTo>
                  <a:cubicBezTo>
                    <a:pt x="256540" y="73660"/>
                    <a:pt x="247650" y="76200"/>
                    <a:pt x="238760" y="76200"/>
                  </a:cubicBezTo>
                  <a:cubicBezTo>
                    <a:pt x="228600" y="74930"/>
                    <a:pt x="213360" y="68580"/>
                    <a:pt x="207010" y="59690"/>
                  </a:cubicBezTo>
                  <a:cubicBezTo>
                    <a:pt x="200660" y="50800"/>
                    <a:pt x="199390" y="33020"/>
                    <a:pt x="201930" y="24130"/>
                  </a:cubicBezTo>
                  <a:cubicBezTo>
                    <a:pt x="204470" y="16510"/>
                    <a:pt x="210820" y="8890"/>
                    <a:pt x="218440" y="5080"/>
                  </a:cubicBezTo>
                  <a:cubicBezTo>
                    <a:pt x="228600" y="1270"/>
                    <a:pt x="254000" y="2540"/>
                    <a:pt x="264160" y="8890"/>
                  </a:cubicBezTo>
                  <a:cubicBezTo>
                    <a:pt x="270510" y="13970"/>
                    <a:pt x="274320" y="22860"/>
                    <a:pt x="275590" y="30480"/>
                  </a:cubicBezTo>
                  <a:cubicBezTo>
                    <a:pt x="276860" y="40640"/>
                    <a:pt x="273050" y="54610"/>
                    <a:pt x="265430" y="64770"/>
                  </a:cubicBezTo>
                  <a:cubicBezTo>
                    <a:pt x="254000" y="78740"/>
                    <a:pt x="232410" y="81280"/>
                    <a:pt x="210820" y="97790"/>
                  </a:cubicBezTo>
                  <a:cubicBezTo>
                    <a:pt x="171450" y="129540"/>
                    <a:pt x="90170" y="233680"/>
                    <a:pt x="58420" y="250190"/>
                  </a:cubicBezTo>
                  <a:cubicBezTo>
                    <a:pt x="46990" y="256540"/>
                    <a:pt x="39370" y="256540"/>
                    <a:pt x="31750" y="255270"/>
                  </a:cubicBezTo>
                  <a:cubicBezTo>
                    <a:pt x="22860" y="254000"/>
                    <a:pt x="13970" y="247650"/>
                    <a:pt x="7620" y="241300"/>
                  </a:cubicBezTo>
                  <a:cubicBezTo>
                    <a:pt x="2540" y="234950"/>
                    <a:pt x="0" y="223520"/>
                    <a:pt x="0" y="214630"/>
                  </a:cubicBezTo>
                  <a:cubicBezTo>
                    <a:pt x="1270" y="207010"/>
                    <a:pt x="11430" y="190500"/>
                    <a:pt x="11430" y="1905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777887" y="1893863"/>
            <a:ext cx="349046" cy="551296"/>
            <a:chOff x="0" y="0"/>
            <a:chExt cx="407670" cy="6438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4450" y="45720"/>
              <a:ext cx="316230" cy="549910"/>
            </a:xfrm>
            <a:custGeom>
              <a:avLst/>
              <a:gdLst/>
              <a:ahLst/>
              <a:cxnLst/>
              <a:rect r="r" b="b" t="t" l="l"/>
              <a:pathLst>
                <a:path h="549910" w="316230">
                  <a:moveTo>
                    <a:pt x="142240" y="118110"/>
                  </a:moveTo>
                  <a:cubicBezTo>
                    <a:pt x="119380" y="350520"/>
                    <a:pt x="105410" y="368300"/>
                    <a:pt x="99060" y="397510"/>
                  </a:cubicBezTo>
                  <a:cubicBezTo>
                    <a:pt x="90170" y="434340"/>
                    <a:pt x="93980" y="497840"/>
                    <a:pt x="81280" y="523240"/>
                  </a:cubicBezTo>
                  <a:cubicBezTo>
                    <a:pt x="7493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4670"/>
                    <a:pt x="11430" y="528320"/>
                    <a:pt x="7620" y="515620"/>
                  </a:cubicBezTo>
                  <a:cubicBezTo>
                    <a:pt x="0" y="486410"/>
                    <a:pt x="2540" y="397510"/>
                    <a:pt x="6350" y="353060"/>
                  </a:cubicBezTo>
                  <a:cubicBezTo>
                    <a:pt x="8890" y="323850"/>
                    <a:pt x="10160" y="311150"/>
                    <a:pt x="19050" y="280670"/>
                  </a:cubicBezTo>
                  <a:cubicBezTo>
                    <a:pt x="34290" y="226060"/>
                    <a:pt x="87630" y="106680"/>
                    <a:pt x="114300" y="60960"/>
                  </a:cubicBezTo>
                  <a:cubicBezTo>
                    <a:pt x="128270" y="38100"/>
                    <a:pt x="134620" y="24130"/>
                    <a:pt x="152400" y="13970"/>
                  </a:cubicBezTo>
                  <a:cubicBezTo>
                    <a:pt x="172720" y="2540"/>
                    <a:pt x="210820" y="0"/>
                    <a:pt x="234950" y="5080"/>
                  </a:cubicBezTo>
                  <a:cubicBezTo>
                    <a:pt x="255270" y="10160"/>
                    <a:pt x="274320" y="24130"/>
                    <a:pt x="287020" y="36830"/>
                  </a:cubicBezTo>
                  <a:cubicBezTo>
                    <a:pt x="298450" y="49530"/>
                    <a:pt x="307340" y="63500"/>
                    <a:pt x="311150" y="82550"/>
                  </a:cubicBezTo>
                  <a:cubicBezTo>
                    <a:pt x="316230" y="105410"/>
                    <a:pt x="313690" y="151130"/>
                    <a:pt x="302260" y="171450"/>
                  </a:cubicBezTo>
                  <a:cubicBezTo>
                    <a:pt x="293370" y="186690"/>
                    <a:pt x="280670" y="189230"/>
                    <a:pt x="261620" y="200660"/>
                  </a:cubicBezTo>
                  <a:cubicBezTo>
                    <a:pt x="228600" y="222250"/>
                    <a:pt x="142240" y="276860"/>
                    <a:pt x="107950" y="275590"/>
                  </a:cubicBezTo>
                  <a:cubicBezTo>
                    <a:pt x="91440" y="275590"/>
                    <a:pt x="76200" y="265430"/>
                    <a:pt x="69850" y="255270"/>
                  </a:cubicBezTo>
                  <a:cubicBezTo>
                    <a:pt x="64770" y="245110"/>
                    <a:pt x="67310" y="228600"/>
                    <a:pt x="71120" y="219710"/>
                  </a:cubicBezTo>
                  <a:cubicBezTo>
                    <a:pt x="74930" y="212090"/>
                    <a:pt x="82550" y="203200"/>
                    <a:pt x="91440" y="201930"/>
                  </a:cubicBezTo>
                  <a:cubicBezTo>
                    <a:pt x="104140" y="200660"/>
                    <a:pt x="133350" y="212090"/>
                    <a:pt x="139700" y="223520"/>
                  </a:cubicBezTo>
                  <a:cubicBezTo>
                    <a:pt x="144780" y="232410"/>
                    <a:pt x="142240" y="250190"/>
                    <a:pt x="135890" y="259080"/>
                  </a:cubicBezTo>
                  <a:cubicBezTo>
                    <a:pt x="130810" y="267970"/>
                    <a:pt x="115570" y="275590"/>
                    <a:pt x="105410" y="275590"/>
                  </a:cubicBezTo>
                  <a:cubicBezTo>
                    <a:pt x="93980" y="275590"/>
                    <a:pt x="78740" y="267970"/>
                    <a:pt x="73660" y="259080"/>
                  </a:cubicBezTo>
                  <a:cubicBezTo>
                    <a:pt x="67310" y="251460"/>
                    <a:pt x="64770" y="233680"/>
                    <a:pt x="68580" y="224790"/>
                  </a:cubicBezTo>
                  <a:cubicBezTo>
                    <a:pt x="72390" y="214630"/>
                    <a:pt x="85090" y="201930"/>
                    <a:pt x="95250" y="200660"/>
                  </a:cubicBezTo>
                  <a:cubicBezTo>
                    <a:pt x="107950" y="199390"/>
                    <a:pt x="130810" y="210820"/>
                    <a:pt x="138430" y="219710"/>
                  </a:cubicBezTo>
                  <a:cubicBezTo>
                    <a:pt x="143510" y="226060"/>
                    <a:pt x="143510" y="234950"/>
                    <a:pt x="142240" y="243840"/>
                  </a:cubicBezTo>
                  <a:cubicBezTo>
                    <a:pt x="139700" y="252730"/>
                    <a:pt x="130810" y="267970"/>
                    <a:pt x="120650" y="271780"/>
                  </a:cubicBezTo>
                  <a:cubicBezTo>
                    <a:pt x="109220" y="276860"/>
                    <a:pt x="76200" y="261620"/>
                    <a:pt x="76200" y="262890"/>
                  </a:cubicBezTo>
                  <a:cubicBezTo>
                    <a:pt x="74930" y="264160"/>
                    <a:pt x="107950" y="276860"/>
                    <a:pt x="107950" y="275590"/>
                  </a:cubicBezTo>
                  <a:cubicBezTo>
                    <a:pt x="109220" y="274320"/>
                    <a:pt x="76200" y="265430"/>
                    <a:pt x="69850" y="255270"/>
                  </a:cubicBezTo>
                  <a:cubicBezTo>
                    <a:pt x="64770" y="245110"/>
                    <a:pt x="64770" y="229870"/>
                    <a:pt x="71120" y="219710"/>
                  </a:cubicBezTo>
                  <a:cubicBezTo>
                    <a:pt x="81280" y="204470"/>
                    <a:pt x="116840" y="201930"/>
                    <a:pt x="142240" y="186690"/>
                  </a:cubicBezTo>
                  <a:cubicBezTo>
                    <a:pt x="172720" y="167640"/>
                    <a:pt x="238760" y="129540"/>
                    <a:pt x="240030" y="109220"/>
                  </a:cubicBezTo>
                  <a:cubicBezTo>
                    <a:pt x="241300" y="97790"/>
                    <a:pt x="219710" y="78740"/>
                    <a:pt x="208280" y="78740"/>
                  </a:cubicBezTo>
                  <a:cubicBezTo>
                    <a:pt x="198120" y="78740"/>
                    <a:pt x="186690" y="92710"/>
                    <a:pt x="176530" y="106680"/>
                  </a:cubicBezTo>
                  <a:cubicBezTo>
                    <a:pt x="160020" y="127000"/>
                    <a:pt x="146050" y="162560"/>
                    <a:pt x="132080" y="196850"/>
                  </a:cubicBezTo>
                  <a:cubicBezTo>
                    <a:pt x="114300" y="242570"/>
                    <a:pt x="91440" y="299720"/>
                    <a:pt x="82550" y="354330"/>
                  </a:cubicBezTo>
                  <a:cubicBezTo>
                    <a:pt x="73660" y="408940"/>
                    <a:pt x="95250" y="492760"/>
                    <a:pt x="81280" y="523240"/>
                  </a:cubicBezTo>
                  <a:cubicBezTo>
                    <a:pt x="7620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3400"/>
                    <a:pt x="10160" y="521970"/>
                    <a:pt x="7620" y="506730"/>
                  </a:cubicBezTo>
                  <a:cubicBezTo>
                    <a:pt x="3810" y="477520"/>
                    <a:pt x="17780" y="408940"/>
                    <a:pt x="26670" y="372110"/>
                  </a:cubicBezTo>
                  <a:cubicBezTo>
                    <a:pt x="33020" y="347980"/>
                    <a:pt x="44450" y="337820"/>
                    <a:pt x="49530" y="311150"/>
                  </a:cubicBezTo>
                  <a:cubicBezTo>
                    <a:pt x="60960" y="262890"/>
                    <a:pt x="55880" y="140970"/>
                    <a:pt x="67310" y="109220"/>
                  </a:cubicBezTo>
                  <a:cubicBezTo>
                    <a:pt x="71120" y="96520"/>
                    <a:pt x="76200" y="91440"/>
                    <a:pt x="82550" y="86360"/>
                  </a:cubicBezTo>
                  <a:cubicBezTo>
                    <a:pt x="90170" y="81280"/>
                    <a:pt x="100330" y="78740"/>
                    <a:pt x="109220" y="80010"/>
                  </a:cubicBezTo>
                  <a:cubicBezTo>
                    <a:pt x="116840" y="81280"/>
                    <a:pt x="127000" y="86360"/>
                    <a:pt x="133350" y="92710"/>
                  </a:cubicBezTo>
                  <a:cubicBezTo>
                    <a:pt x="138430" y="99060"/>
                    <a:pt x="142240" y="118110"/>
                    <a:pt x="142240" y="11811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084525" y="1992813"/>
            <a:ext cx="307726" cy="372968"/>
            <a:chOff x="0" y="0"/>
            <a:chExt cx="359410" cy="4356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530" y="49530"/>
              <a:ext cx="261620" cy="351790"/>
            </a:xfrm>
            <a:custGeom>
              <a:avLst/>
              <a:gdLst/>
              <a:ahLst/>
              <a:cxnLst/>
              <a:rect r="r" b="b" t="t" l="l"/>
              <a:pathLst>
                <a:path h="351790" w="261620">
                  <a:moveTo>
                    <a:pt x="199390" y="43180"/>
                  </a:moveTo>
                  <a:cubicBezTo>
                    <a:pt x="162560" y="304800"/>
                    <a:pt x="153670" y="311150"/>
                    <a:pt x="138430" y="318770"/>
                  </a:cubicBezTo>
                  <a:cubicBezTo>
                    <a:pt x="120650" y="328930"/>
                    <a:pt x="90170" y="332740"/>
                    <a:pt x="68580" y="334010"/>
                  </a:cubicBezTo>
                  <a:cubicBezTo>
                    <a:pt x="49530" y="335280"/>
                    <a:pt x="27940" y="336550"/>
                    <a:pt x="16510" y="327660"/>
                  </a:cubicBezTo>
                  <a:cubicBezTo>
                    <a:pt x="7620" y="321310"/>
                    <a:pt x="1270" y="306070"/>
                    <a:pt x="1270" y="295910"/>
                  </a:cubicBezTo>
                  <a:cubicBezTo>
                    <a:pt x="1270" y="287020"/>
                    <a:pt x="6350" y="276860"/>
                    <a:pt x="12700" y="271780"/>
                  </a:cubicBezTo>
                  <a:cubicBezTo>
                    <a:pt x="17780" y="265430"/>
                    <a:pt x="24130" y="262890"/>
                    <a:pt x="36830" y="259080"/>
                  </a:cubicBezTo>
                  <a:cubicBezTo>
                    <a:pt x="68580" y="252730"/>
                    <a:pt x="184150" y="247650"/>
                    <a:pt x="220980" y="260350"/>
                  </a:cubicBezTo>
                  <a:cubicBezTo>
                    <a:pt x="240030" y="266700"/>
                    <a:pt x="254000" y="276860"/>
                    <a:pt x="257810" y="288290"/>
                  </a:cubicBezTo>
                  <a:cubicBezTo>
                    <a:pt x="261620" y="298450"/>
                    <a:pt x="257810" y="314960"/>
                    <a:pt x="250190" y="322580"/>
                  </a:cubicBezTo>
                  <a:cubicBezTo>
                    <a:pt x="241300" y="331470"/>
                    <a:pt x="215900" y="336550"/>
                    <a:pt x="204470" y="332740"/>
                  </a:cubicBezTo>
                  <a:cubicBezTo>
                    <a:pt x="195580" y="328930"/>
                    <a:pt x="185420" y="314960"/>
                    <a:pt x="182880" y="304800"/>
                  </a:cubicBezTo>
                  <a:cubicBezTo>
                    <a:pt x="181610" y="294640"/>
                    <a:pt x="186690" y="278130"/>
                    <a:pt x="194310" y="270510"/>
                  </a:cubicBezTo>
                  <a:cubicBezTo>
                    <a:pt x="201930" y="262890"/>
                    <a:pt x="219710" y="257810"/>
                    <a:pt x="229870" y="261620"/>
                  </a:cubicBezTo>
                  <a:cubicBezTo>
                    <a:pt x="241300" y="264160"/>
                    <a:pt x="259080" y="284480"/>
                    <a:pt x="259080" y="295910"/>
                  </a:cubicBezTo>
                  <a:cubicBezTo>
                    <a:pt x="260350" y="308610"/>
                    <a:pt x="248920" y="326390"/>
                    <a:pt x="233680" y="334010"/>
                  </a:cubicBezTo>
                  <a:cubicBezTo>
                    <a:pt x="199390" y="351790"/>
                    <a:pt x="69850" y="349250"/>
                    <a:pt x="34290" y="335280"/>
                  </a:cubicBezTo>
                  <a:cubicBezTo>
                    <a:pt x="16510" y="328930"/>
                    <a:pt x="6350" y="316230"/>
                    <a:pt x="2540" y="304800"/>
                  </a:cubicBezTo>
                  <a:cubicBezTo>
                    <a:pt x="0" y="297180"/>
                    <a:pt x="2540" y="285750"/>
                    <a:pt x="6350" y="278130"/>
                  </a:cubicBezTo>
                  <a:cubicBezTo>
                    <a:pt x="11430" y="271780"/>
                    <a:pt x="17780" y="265430"/>
                    <a:pt x="27940" y="261620"/>
                  </a:cubicBezTo>
                  <a:cubicBezTo>
                    <a:pt x="45720" y="254000"/>
                    <a:pt x="96520" y="273050"/>
                    <a:pt x="110490" y="257810"/>
                  </a:cubicBezTo>
                  <a:cubicBezTo>
                    <a:pt x="125730" y="241300"/>
                    <a:pt x="104140" y="195580"/>
                    <a:pt x="106680" y="160020"/>
                  </a:cubicBezTo>
                  <a:cubicBezTo>
                    <a:pt x="109220" y="116840"/>
                    <a:pt x="111760" y="39370"/>
                    <a:pt x="130810" y="16510"/>
                  </a:cubicBezTo>
                  <a:cubicBezTo>
                    <a:pt x="140970" y="3810"/>
                    <a:pt x="160020" y="0"/>
                    <a:pt x="171450" y="1270"/>
                  </a:cubicBezTo>
                  <a:cubicBezTo>
                    <a:pt x="180340" y="2540"/>
                    <a:pt x="187960" y="10160"/>
                    <a:pt x="193040" y="17780"/>
                  </a:cubicBezTo>
                  <a:cubicBezTo>
                    <a:pt x="198120" y="24130"/>
                    <a:pt x="199390" y="43180"/>
                    <a:pt x="199390" y="4318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304174" y="2508227"/>
            <a:ext cx="246833" cy="218561"/>
            <a:chOff x="0" y="0"/>
            <a:chExt cx="288290" cy="2552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5720" y="48260"/>
              <a:ext cx="195580" cy="157480"/>
            </a:xfrm>
            <a:custGeom>
              <a:avLst/>
              <a:gdLst/>
              <a:ahLst/>
              <a:cxnLst/>
              <a:rect r="r" b="b" t="t" l="l"/>
              <a:pathLst>
                <a:path h="157480" w="195580">
                  <a:moveTo>
                    <a:pt x="85090" y="43180"/>
                  </a:moveTo>
                  <a:cubicBezTo>
                    <a:pt x="130810" y="71120"/>
                    <a:pt x="93980" y="68580"/>
                    <a:pt x="92710" y="73660"/>
                  </a:cubicBezTo>
                  <a:cubicBezTo>
                    <a:pt x="91440" y="78740"/>
                    <a:pt x="114300" y="86360"/>
                    <a:pt x="119380" y="95250"/>
                  </a:cubicBezTo>
                  <a:cubicBezTo>
                    <a:pt x="124460" y="105410"/>
                    <a:pt x="128270" y="121920"/>
                    <a:pt x="124460" y="130810"/>
                  </a:cubicBezTo>
                  <a:cubicBezTo>
                    <a:pt x="119380" y="142240"/>
                    <a:pt x="96520" y="154940"/>
                    <a:pt x="85090" y="154940"/>
                  </a:cubicBezTo>
                  <a:cubicBezTo>
                    <a:pt x="73660" y="154940"/>
                    <a:pt x="59690" y="144780"/>
                    <a:pt x="54610" y="135890"/>
                  </a:cubicBezTo>
                  <a:cubicBezTo>
                    <a:pt x="49530" y="127000"/>
                    <a:pt x="49530" y="109220"/>
                    <a:pt x="54610" y="100330"/>
                  </a:cubicBezTo>
                  <a:cubicBezTo>
                    <a:pt x="59690" y="91440"/>
                    <a:pt x="73660" y="81280"/>
                    <a:pt x="83820" y="80010"/>
                  </a:cubicBezTo>
                  <a:cubicBezTo>
                    <a:pt x="93980" y="78740"/>
                    <a:pt x="110490" y="83820"/>
                    <a:pt x="116840" y="92710"/>
                  </a:cubicBezTo>
                  <a:cubicBezTo>
                    <a:pt x="124460" y="100330"/>
                    <a:pt x="128270" y="116840"/>
                    <a:pt x="125730" y="127000"/>
                  </a:cubicBezTo>
                  <a:cubicBezTo>
                    <a:pt x="123190" y="137160"/>
                    <a:pt x="110490" y="149860"/>
                    <a:pt x="101600" y="153670"/>
                  </a:cubicBezTo>
                  <a:cubicBezTo>
                    <a:pt x="91440" y="157480"/>
                    <a:pt x="73660" y="157480"/>
                    <a:pt x="66040" y="148590"/>
                  </a:cubicBezTo>
                  <a:cubicBezTo>
                    <a:pt x="50800" y="130810"/>
                    <a:pt x="46990" y="36830"/>
                    <a:pt x="62230" y="16510"/>
                  </a:cubicBezTo>
                  <a:cubicBezTo>
                    <a:pt x="72390" y="2540"/>
                    <a:pt x="96520" y="0"/>
                    <a:pt x="114300" y="2540"/>
                  </a:cubicBezTo>
                  <a:cubicBezTo>
                    <a:pt x="134620" y="6350"/>
                    <a:pt x="168910" y="30480"/>
                    <a:pt x="176530" y="48260"/>
                  </a:cubicBezTo>
                  <a:cubicBezTo>
                    <a:pt x="182880" y="62230"/>
                    <a:pt x="177800" y="80010"/>
                    <a:pt x="171450" y="95250"/>
                  </a:cubicBezTo>
                  <a:cubicBezTo>
                    <a:pt x="166370" y="109220"/>
                    <a:pt x="157480" y="127000"/>
                    <a:pt x="142240" y="134620"/>
                  </a:cubicBezTo>
                  <a:cubicBezTo>
                    <a:pt x="121920" y="146050"/>
                    <a:pt x="76200" y="149860"/>
                    <a:pt x="53340" y="143510"/>
                  </a:cubicBezTo>
                  <a:cubicBezTo>
                    <a:pt x="36830" y="138430"/>
                    <a:pt x="22860" y="128270"/>
                    <a:pt x="13970" y="114300"/>
                  </a:cubicBezTo>
                  <a:cubicBezTo>
                    <a:pt x="5080" y="100330"/>
                    <a:pt x="0" y="72390"/>
                    <a:pt x="5080" y="57150"/>
                  </a:cubicBezTo>
                  <a:cubicBezTo>
                    <a:pt x="8890" y="41910"/>
                    <a:pt x="24130" y="27940"/>
                    <a:pt x="36830" y="20320"/>
                  </a:cubicBezTo>
                  <a:cubicBezTo>
                    <a:pt x="49530" y="11430"/>
                    <a:pt x="64770" y="8890"/>
                    <a:pt x="78740" y="7620"/>
                  </a:cubicBezTo>
                  <a:cubicBezTo>
                    <a:pt x="92710" y="5080"/>
                    <a:pt x="107950" y="5080"/>
                    <a:pt x="121920" y="8890"/>
                  </a:cubicBezTo>
                  <a:cubicBezTo>
                    <a:pt x="137160" y="12700"/>
                    <a:pt x="154940" y="20320"/>
                    <a:pt x="166370" y="30480"/>
                  </a:cubicBezTo>
                  <a:cubicBezTo>
                    <a:pt x="176530" y="40640"/>
                    <a:pt x="185420" y="54610"/>
                    <a:pt x="189230" y="67310"/>
                  </a:cubicBezTo>
                  <a:cubicBezTo>
                    <a:pt x="193040" y="80010"/>
                    <a:pt x="195580" y="93980"/>
                    <a:pt x="190500" y="106680"/>
                  </a:cubicBezTo>
                  <a:cubicBezTo>
                    <a:pt x="184150" y="120650"/>
                    <a:pt x="162560" y="142240"/>
                    <a:pt x="143510" y="146050"/>
                  </a:cubicBezTo>
                  <a:cubicBezTo>
                    <a:pt x="118110" y="149860"/>
                    <a:pt x="69850" y="123190"/>
                    <a:pt x="50800" y="111760"/>
                  </a:cubicBezTo>
                  <a:cubicBezTo>
                    <a:pt x="41910" y="105410"/>
                    <a:pt x="35560" y="99060"/>
                    <a:pt x="33020" y="91440"/>
                  </a:cubicBezTo>
                  <a:cubicBezTo>
                    <a:pt x="29210" y="83820"/>
                    <a:pt x="29210" y="72390"/>
                    <a:pt x="33020" y="64770"/>
                  </a:cubicBezTo>
                  <a:cubicBezTo>
                    <a:pt x="35560" y="57150"/>
                    <a:pt x="41910" y="48260"/>
                    <a:pt x="49530" y="44450"/>
                  </a:cubicBezTo>
                  <a:cubicBezTo>
                    <a:pt x="58420" y="39370"/>
                    <a:pt x="85090" y="43180"/>
                    <a:pt x="85090" y="431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659744" y="2225510"/>
            <a:ext cx="504540" cy="942750"/>
            <a:chOff x="0" y="0"/>
            <a:chExt cx="589280" cy="11010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35560" y="46990"/>
              <a:ext cx="50419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4190">
                  <a:moveTo>
                    <a:pt x="210820" y="275590"/>
                  </a:moveTo>
                  <a:cubicBezTo>
                    <a:pt x="119380" y="892810"/>
                    <a:pt x="105410" y="951230"/>
                    <a:pt x="90170" y="977900"/>
                  </a:cubicBezTo>
                  <a:cubicBezTo>
                    <a:pt x="85090" y="989330"/>
                    <a:pt x="80010" y="994410"/>
                    <a:pt x="72390" y="998220"/>
                  </a:cubicBezTo>
                  <a:cubicBezTo>
                    <a:pt x="64770" y="1002030"/>
                    <a:pt x="54610" y="1005840"/>
                    <a:pt x="45720" y="1002030"/>
                  </a:cubicBezTo>
                  <a:cubicBezTo>
                    <a:pt x="35560" y="998220"/>
                    <a:pt x="24130" y="988060"/>
                    <a:pt x="16510" y="970280"/>
                  </a:cubicBezTo>
                  <a:cubicBezTo>
                    <a:pt x="0" y="927100"/>
                    <a:pt x="11430" y="784860"/>
                    <a:pt x="15240" y="715010"/>
                  </a:cubicBezTo>
                  <a:cubicBezTo>
                    <a:pt x="19050" y="666750"/>
                    <a:pt x="21590" y="642620"/>
                    <a:pt x="31750" y="590550"/>
                  </a:cubicBezTo>
                  <a:cubicBezTo>
                    <a:pt x="50800" y="500380"/>
                    <a:pt x="95250" y="321310"/>
                    <a:pt x="132080" y="228600"/>
                  </a:cubicBezTo>
                  <a:cubicBezTo>
                    <a:pt x="157480" y="166370"/>
                    <a:pt x="177800" y="119380"/>
                    <a:pt x="212090" y="80010"/>
                  </a:cubicBezTo>
                  <a:cubicBezTo>
                    <a:pt x="242570" y="45720"/>
                    <a:pt x="292100" y="10160"/>
                    <a:pt x="322580" y="3810"/>
                  </a:cubicBezTo>
                  <a:cubicBezTo>
                    <a:pt x="340360" y="0"/>
                    <a:pt x="353060" y="5080"/>
                    <a:pt x="368300" y="10160"/>
                  </a:cubicBezTo>
                  <a:cubicBezTo>
                    <a:pt x="384810" y="16510"/>
                    <a:pt x="400050" y="25400"/>
                    <a:pt x="415290" y="41910"/>
                  </a:cubicBezTo>
                  <a:cubicBezTo>
                    <a:pt x="440690" y="69850"/>
                    <a:pt x="472440" y="142240"/>
                    <a:pt x="487680" y="176530"/>
                  </a:cubicBezTo>
                  <a:cubicBezTo>
                    <a:pt x="495300" y="198120"/>
                    <a:pt x="500380" y="208280"/>
                    <a:pt x="501650" y="228600"/>
                  </a:cubicBezTo>
                  <a:cubicBezTo>
                    <a:pt x="504190" y="252730"/>
                    <a:pt x="504190" y="288290"/>
                    <a:pt x="496570" y="312420"/>
                  </a:cubicBezTo>
                  <a:cubicBezTo>
                    <a:pt x="490220" y="335280"/>
                    <a:pt x="481330" y="351790"/>
                    <a:pt x="466090" y="372110"/>
                  </a:cubicBezTo>
                  <a:cubicBezTo>
                    <a:pt x="445770" y="397510"/>
                    <a:pt x="410210" y="430530"/>
                    <a:pt x="382270" y="448310"/>
                  </a:cubicBezTo>
                  <a:cubicBezTo>
                    <a:pt x="361950" y="461010"/>
                    <a:pt x="346710" y="467360"/>
                    <a:pt x="320040" y="473710"/>
                  </a:cubicBezTo>
                  <a:cubicBezTo>
                    <a:pt x="276860" y="483870"/>
                    <a:pt x="146050" y="483870"/>
                    <a:pt x="146050" y="486410"/>
                  </a:cubicBezTo>
                  <a:cubicBezTo>
                    <a:pt x="146050" y="486410"/>
                    <a:pt x="173990" y="488950"/>
                    <a:pt x="173990" y="487680"/>
                  </a:cubicBezTo>
                  <a:cubicBezTo>
                    <a:pt x="175260" y="485140"/>
                    <a:pt x="154940" y="483870"/>
                    <a:pt x="148590" y="478790"/>
                  </a:cubicBezTo>
                  <a:cubicBezTo>
                    <a:pt x="142240" y="472440"/>
                    <a:pt x="135890" y="463550"/>
                    <a:pt x="135890" y="454660"/>
                  </a:cubicBezTo>
                  <a:cubicBezTo>
                    <a:pt x="135890" y="443230"/>
                    <a:pt x="144780" y="421640"/>
                    <a:pt x="154940" y="415290"/>
                  </a:cubicBezTo>
                  <a:cubicBezTo>
                    <a:pt x="165100" y="410210"/>
                    <a:pt x="186690" y="412750"/>
                    <a:pt x="196850" y="419100"/>
                  </a:cubicBezTo>
                  <a:cubicBezTo>
                    <a:pt x="205740" y="425450"/>
                    <a:pt x="212090" y="440690"/>
                    <a:pt x="210820" y="450850"/>
                  </a:cubicBezTo>
                  <a:cubicBezTo>
                    <a:pt x="210820" y="462280"/>
                    <a:pt x="201930" y="476250"/>
                    <a:pt x="193040" y="481330"/>
                  </a:cubicBezTo>
                  <a:cubicBezTo>
                    <a:pt x="184150" y="487680"/>
                    <a:pt x="166370" y="487680"/>
                    <a:pt x="157480" y="483870"/>
                  </a:cubicBezTo>
                  <a:cubicBezTo>
                    <a:pt x="147320" y="478790"/>
                    <a:pt x="137160" y="464820"/>
                    <a:pt x="135890" y="454660"/>
                  </a:cubicBezTo>
                  <a:cubicBezTo>
                    <a:pt x="134620" y="444500"/>
                    <a:pt x="139700" y="427990"/>
                    <a:pt x="147320" y="421640"/>
                  </a:cubicBezTo>
                  <a:cubicBezTo>
                    <a:pt x="157480" y="414020"/>
                    <a:pt x="182880" y="411480"/>
                    <a:pt x="193040" y="416560"/>
                  </a:cubicBezTo>
                  <a:cubicBezTo>
                    <a:pt x="203200" y="421640"/>
                    <a:pt x="210820" y="436880"/>
                    <a:pt x="212090" y="447040"/>
                  </a:cubicBezTo>
                  <a:cubicBezTo>
                    <a:pt x="212090" y="458470"/>
                    <a:pt x="204470" y="473710"/>
                    <a:pt x="195580" y="480060"/>
                  </a:cubicBezTo>
                  <a:cubicBezTo>
                    <a:pt x="186690" y="486410"/>
                    <a:pt x="166370" y="488950"/>
                    <a:pt x="156210" y="482600"/>
                  </a:cubicBezTo>
                  <a:cubicBezTo>
                    <a:pt x="146050" y="477520"/>
                    <a:pt x="135890" y="457200"/>
                    <a:pt x="135890" y="445770"/>
                  </a:cubicBezTo>
                  <a:cubicBezTo>
                    <a:pt x="134620" y="436880"/>
                    <a:pt x="140970" y="426720"/>
                    <a:pt x="147320" y="421640"/>
                  </a:cubicBezTo>
                  <a:cubicBezTo>
                    <a:pt x="153670" y="415290"/>
                    <a:pt x="172720" y="412750"/>
                    <a:pt x="172720" y="411480"/>
                  </a:cubicBezTo>
                  <a:cubicBezTo>
                    <a:pt x="171450" y="408940"/>
                    <a:pt x="143510" y="410210"/>
                    <a:pt x="143510" y="410210"/>
                  </a:cubicBezTo>
                  <a:cubicBezTo>
                    <a:pt x="143510" y="407670"/>
                    <a:pt x="284480" y="414020"/>
                    <a:pt x="330200" y="394970"/>
                  </a:cubicBezTo>
                  <a:cubicBezTo>
                    <a:pt x="361950" y="382270"/>
                    <a:pt x="383540" y="355600"/>
                    <a:pt x="401320" y="332740"/>
                  </a:cubicBezTo>
                  <a:cubicBezTo>
                    <a:pt x="416560" y="313690"/>
                    <a:pt x="429260" y="292100"/>
                    <a:pt x="431800" y="271780"/>
                  </a:cubicBezTo>
                  <a:cubicBezTo>
                    <a:pt x="434340" y="252730"/>
                    <a:pt x="427990" y="236220"/>
                    <a:pt x="420370" y="214630"/>
                  </a:cubicBezTo>
                  <a:cubicBezTo>
                    <a:pt x="410210" y="181610"/>
                    <a:pt x="387350" y="123190"/>
                    <a:pt x="367030" y="100330"/>
                  </a:cubicBezTo>
                  <a:cubicBezTo>
                    <a:pt x="353060" y="86360"/>
                    <a:pt x="337820" y="74930"/>
                    <a:pt x="323850" y="77470"/>
                  </a:cubicBezTo>
                  <a:cubicBezTo>
                    <a:pt x="303530" y="80010"/>
                    <a:pt x="274320" y="114300"/>
                    <a:pt x="260350" y="135890"/>
                  </a:cubicBezTo>
                  <a:cubicBezTo>
                    <a:pt x="248920" y="154940"/>
                    <a:pt x="251460" y="179070"/>
                    <a:pt x="242570" y="196850"/>
                  </a:cubicBezTo>
                  <a:cubicBezTo>
                    <a:pt x="233680" y="213360"/>
                    <a:pt x="218440" y="219710"/>
                    <a:pt x="207010" y="240030"/>
                  </a:cubicBezTo>
                  <a:cubicBezTo>
                    <a:pt x="186690" y="279400"/>
                    <a:pt x="166370" y="358140"/>
                    <a:pt x="148590" y="427990"/>
                  </a:cubicBezTo>
                  <a:cubicBezTo>
                    <a:pt x="125730" y="513080"/>
                    <a:pt x="100330" y="622300"/>
                    <a:pt x="91440" y="716280"/>
                  </a:cubicBezTo>
                  <a:cubicBezTo>
                    <a:pt x="83820" y="802640"/>
                    <a:pt x="101600" y="929640"/>
                    <a:pt x="92710" y="969010"/>
                  </a:cubicBezTo>
                  <a:cubicBezTo>
                    <a:pt x="90170" y="981710"/>
                    <a:pt x="87630" y="988060"/>
                    <a:pt x="80010" y="993140"/>
                  </a:cubicBezTo>
                  <a:cubicBezTo>
                    <a:pt x="72390" y="999490"/>
                    <a:pt x="55880" y="1003300"/>
                    <a:pt x="45720" y="1002030"/>
                  </a:cubicBezTo>
                  <a:cubicBezTo>
                    <a:pt x="36830" y="1000760"/>
                    <a:pt x="27940" y="994410"/>
                    <a:pt x="24130" y="986790"/>
                  </a:cubicBezTo>
                  <a:cubicBezTo>
                    <a:pt x="19050" y="980440"/>
                    <a:pt x="16510" y="972820"/>
                    <a:pt x="16510" y="961390"/>
                  </a:cubicBezTo>
                  <a:cubicBezTo>
                    <a:pt x="17780" y="932180"/>
                    <a:pt x="44450" y="882650"/>
                    <a:pt x="57150" y="820420"/>
                  </a:cubicBezTo>
                  <a:cubicBezTo>
                    <a:pt x="83820" y="695960"/>
                    <a:pt x="114300" y="325120"/>
                    <a:pt x="135890" y="262890"/>
                  </a:cubicBezTo>
                  <a:cubicBezTo>
                    <a:pt x="140970" y="248920"/>
                    <a:pt x="143510" y="245110"/>
                    <a:pt x="149860" y="240030"/>
                  </a:cubicBezTo>
                  <a:cubicBezTo>
                    <a:pt x="156210" y="233680"/>
                    <a:pt x="166370" y="229870"/>
                    <a:pt x="175260" y="231140"/>
                  </a:cubicBezTo>
                  <a:cubicBezTo>
                    <a:pt x="185420" y="232410"/>
                    <a:pt x="199390" y="240030"/>
                    <a:pt x="205740" y="248920"/>
                  </a:cubicBezTo>
                  <a:cubicBezTo>
                    <a:pt x="210820" y="256540"/>
                    <a:pt x="210820" y="275590"/>
                    <a:pt x="210820" y="27559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055547" y="1865591"/>
            <a:ext cx="371880" cy="365356"/>
            <a:chOff x="0" y="0"/>
            <a:chExt cx="434340" cy="426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0" y="44450"/>
              <a:ext cx="335280" cy="337820"/>
            </a:xfrm>
            <a:custGeom>
              <a:avLst/>
              <a:gdLst/>
              <a:ahLst/>
              <a:cxnLst/>
              <a:rect r="r" b="b" t="t" l="l"/>
              <a:pathLst>
                <a:path h="337820" w="335280">
                  <a:moveTo>
                    <a:pt x="95250" y="173990"/>
                  </a:moveTo>
                  <a:cubicBezTo>
                    <a:pt x="151130" y="172720"/>
                    <a:pt x="184150" y="148590"/>
                    <a:pt x="193040" y="128270"/>
                  </a:cubicBezTo>
                  <a:cubicBezTo>
                    <a:pt x="200660" y="111760"/>
                    <a:pt x="200660" y="77470"/>
                    <a:pt x="190500" y="71120"/>
                  </a:cubicBezTo>
                  <a:cubicBezTo>
                    <a:pt x="176530" y="62230"/>
                    <a:pt x="110490" y="97790"/>
                    <a:pt x="92710" y="118110"/>
                  </a:cubicBezTo>
                  <a:cubicBezTo>
                    <a:pt x="81280" y="130810"/>
                    <a:pt x="77470" y="147320"/>
                    <a:pt x="77470" y="165100"/>
                  </a:cubicBezTo>
                  <a:cubicBezTo>
                    <a:pt x="77470" y="184150"/>
                    <a:pt x="86360" y="215900"/>
                    <a:pt x="97790" y="229870"/>
                  </a:cubicBezTo>
                  <a:cubicBezTo>
                    <a:pt x="106680" y="241300"/>
                    <a:pt x="116840" y="243840"/>
                    <a:pt x="133350" y="248920"/>
                  </a:cubicBezTo>
                  <a:cubicBezTo>
                    <a:pt x="168910" y="259080"/>
                    <a:pt x="278130" y="242570"/>
                    <a:pt x="308610" y="256540"/>
                  </a:cubicBezTo>
                  <a:cubicBezTo>
                    <a:pt x="321310" y="262890"/>
                    <a:pt x="330200" y="271780"/>
                    <a:pt x="332740" y="281940"/>
                  </a:cubicBezTo>
                  <a:cubicBezTo>
                    <a:pt x="335280" y="293370"/>
                    <a:pt x="325120" y="317500"/>
                    <a:pt x="314960" y="325120"/>
                  </a:cubicBezTo>
                  <a:cubicBezTo>
                    <a:pt x="306070" y="331470"/>
                    <a:pt x="289560" y="331470"/>
                    <a:pt x="279400" y="326390"/>
                  </a:cubicBezTo>
                  <a:cubicBezTo>
                    <a:pt x="270510" y="322580"/>
                    <a:pt x="260350" y="308610"/>
                    <a:pt x="257810" y="298450"/>
                  </a:cubicBezTo>
                  <a:cubicBezTo>
                    <a:pt x="256540" y="288290"/>
                    <a:pt x="261620" y="271780"/>
                    <a:pt x="269240" y="264160"/>
                  </a:cubicBezTo>
                  <a:cubicBezTo>
                    <a:pt x="276860" y="256540"/>
                    <a:pt x="293370" y="252730"/>
                    <a:pt x="303530" y="255270"/>
                  </a:cubicBezTo>
                  <a:cubicBezTo>
                    <a:pt x="314960" y="257810"/>
                    <a:pt x="327660" y="267970"/>
                    <a:pt x="331470" y="278130"/>
                  </a:cubicBezTo>
                  <a:cubicBezTo>
                    <a:pt x="335280" y="288290"/>
                    <a:pt x="332740" y="304800"/>
                    <a:pt x="327660" y="313690"/>
                  </a:cubicBezTo>
                  <a:cubicBezTo>
                    <a:pt x="321310" y="322580"/>
                    <a:pt x="311150" y="326390"/>
                    <a:pt x="295910" y="330200"/>
                  </a:cubicBezTo>
                  <a:cubicBezTo>
                    <a:pt x="264160" y="337820"/>
                    <a:pt x="186690" y="332740"/>
                    <a:pt x="146050" y="326390"/>
                  </a:cubicBezTo>
                  <a:cubicBezTo>
                    <a:pt x="115570" y="321310"/>
                    <a:pt x="90170" y="317500"/>
                    <a:pt x="68580" y="302260"/>
                  </a:cubicBezTo>
                  <a:cubicBezTo>
                    <a:pt x="45720" y="285750"/>
                    <a:pt x="24130" y="248920"/>
                    <a:pt x="12700" y="227330"/>
                  </a:cubicBezTo>
                  <a:cubicBezTo>
                    <a:pt x="5080" y="212090"/>
                    <a:pt x="0" y="203200"/>
                    <a:pt x="0" y="185420"/>
                  </a:cubicBezTo>
                  <a:cubicBezTo>
                    <a:pt x="0" y="158750"/>
                    <a:pt x="12700" y="106680"/>
                    <a:pt x="34290" y="77470"/>
                  </a:cubicBezTo>
                  <a:cubicBezTo>
                    <a:pt x="54610" y="48260"/>
                    <a:pt x="96520" y="19050"/>
                    <a:pt x="129540" y="8890"/>
                  </a:cubicBezTo>
                  <a:cubicBezTo>
                    <a:pt x="156210" y="0"/>
                    <a:pt x="189230" y="0"/>
                    <a:pt x="209550" y="6350"/>
                  </a:cubicBezTo>
                  <a:cubicBezTo>
                    <a:pt x="226060" y="11430"/>
                    <a:pt x="237490" y="21590"/>
                    <a:pt x="247650" y="34290"/>
                  </a:cubicBezTo>
                  <a:cubicBezTo>
                    <a:pt x="257810" y="46990"/>
                    <a:pt x="265430" y="63500"/>
                    <a:pt x="267970" y="82550"/>
                  </a:cubicBezTo>
                  <a:cubicBezTo>
                    <a:pt x="270510" y="106680"/>
                    <a:pt x="269240" y="143510"/>
                    <a:pt x="254000" y="167640"/>
                  </a:cubicBezTo>
                  <a:cubicBezTo>
                    <a:pt x="236220" y="199390"/>
                    <a:pt x="181610" y="234950"/>
                    <a:pt x="151130" y="246380"/>
                  </a:cubicBezTo>
                  <a:cubicBezTo>
                    <a:pt x="130810" y="254000"/>
                    <a:pt x="110490" y="252730"/>
                    <a:pt x="95250" y="250190"/>
                  </a:cubicBezTo>
                  <a:cubicBezTo>
                    <a:pt x="85090" y="248920"/>
                    <a:pt x="76200" y="246380"/>
                    <a:pt x="71120" y="240030"/>
                  </a:cubicBezTo>
                  <a:cubicBezTo>
                    <a:pt x="64770" y="234950"/>
                    <a:pt x="58420" y="224790"/>
                    <a:pt x="58420" y="217170"/>
                  </a:cubicBezTo>
                  <a:cubicBezTo>
                    <a:pt x="57150" y="208280"/>
                    <a:pt x="58420" y="196850"/>
                    <a:pt x="64770" y="190500"/>
                  </a:cubicBezTo>
                  <a:cubicBezTo>
                    <a:pt x="71120" y="182880"/>
                    <a:pt x="95250" y="173990"/>
                    <a:pt x="95250" y="17399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378495" y="1890601"/>
            <a:ext cx="255532" cy="339259"/>
            <a:chOff x="0" y="0"/>
            <a:chExt cx="298450" cy="396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5720" y="46990"/>
              <a:ext cx="203200" cy="300990"/>
            </a:xfrm>
            <a:custGeom>
              <a:avLst/>
              <a:gdLst/>
              <a:ahLst/>
              <a:cxnLst/>
              <a:rect r="r" b="b" t="t" l="l"/>
              <a:pathLst>
                <a:path h="300990" w="203200">
                  <a:moveTo>
                    <a:pt x="78740" y="25400"/>
                  </a:moveTo>
                  <a:cubicBezTo>
                    <a:pt x="158750" y="208280"/>
                    <a:pt x="199390" y="236220"/>
                    <a:pt x="201930" y="259080"/>
                  </a:cubicBezTo>
                  <a:cubicBezTo>
                    <a:pt x="203200" y="271780"/>
                    <a:pt x="194310" y="284480"/>
                    <a:pt x="186690" y="290830"/>
                  </a:cubicBezTo>
                  <a:cubicBezTo>
                    <a:pt x="177800" y="297180"/>
                    <a:pt x="161290" y="299720"/>
                    <a:pt x="151130" y="295910"/>
                  </a:cubicBezTo>
                  <a:cubicBezTo>
                    <a:pt x="140970" y="293370"/>
                    <a:pt x="129540" y="279400"/>
                    <a:pt x="127000" y="270510"/>
                  </a:cubicBezTo>
                  <a:cubicBezTo>
                    <a:pt x="124460" y="262890"/>
                    <a:pt x="124460" y="252730"/>
                    <a:pt x="128270" y="246380"/>
                  </a:cubicBezTo>
                  <a:cubicBezTo>
                    <a:pt x="132080" y="237490"/>
                    <a:pt x="144780" y="224790"/>
                    <a:pt x="156210" y="223520"/>
                  </a:cubicBezTo>
                  <a:cubicBezTo>
                    <a:pt x="166370" y="220980"/>
                    <a:pt x="182880" y="224790"/>
                    <a:pt x="190500" y="232410"/>
                  </a:cubicBezTo>
                  <a:cubicBezTo>
                    <a:pt x="198120" y="241300"/>
                    <a:pt x="203200" y="267970"/>
                    <a:pt x="196850" y="278130"/>
                  </a:cubicBezTo>
                  <a:cubicBezTo>
                    <a:pt x="191770" y="289560"/>
                    <a:pt x="170180" y="300990"/>
                    <a:pt x="154940" y="297180"/>
                  </a:cubicBezTo>
                  <a:cubicBezTo>
                    <a:pt x="129540" y="292100"/>
                    <a:pt x="92710" y="242570"/>
                    <a:pt x="68580" y="203200"/>
                  </a:cubicBezTo>
                  <a:cubicBezTo>
                    <a:pt x="40640" y="158750"/>
                    <a:pt x="0" y="71120"/>
                    <a:pt x="5080" y="36830"/>
                  </a:cubicBezTo>
                  <a:cubicBezTo>
                    <a:pt x="7620" y="20320"/>
                    <a:pt x="22860" y="7620"/>
                    <a:pt x="33020" y="3810"/>
                  </a:cubicBezTo>
                  <a:cubicBezTo>
                    <a:pt x="40640" y="0"/>
                    <a:pt x="52070" y="2540"/>
                    <a:pt x="59690" y="6350"/>
                  </a:cubicBezTo>
                  <a:cubicBezTo>
                    <a:pt x="67310" y="8890"/>
                    <a:pt x="78740" y="25400"/>
                    <a:pt x="78740" y="254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327389" y="1906911"/>
            <a:ext cx="322949" cy="305551"/>
            <a:chOff x="0" y="0"/>
            <a:chExt cx="377190" cy="3568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0800" y="50800"/>
              <a:ext cx="278130" cy="256540"/>
            </a:xfrm>
            <a:custGeom>
              <a:avLst/>
              <a:gdLst/>
              <a:ahLst/>
              <a:cxnLst/>
              <a:rect r="r" b="b" t="t" l="l"/>
              <a:pathLst>
                <a:path h="256540" w="278130">
                  <a:moveTo>
                    <a:pt x="11430" y="190500"/>
                  </a:moveTo>
                  <a:cubicBezTo>
                    <a:pt x="185420" y="22860"/>
                    <a:pt x="212090" y="0"/>
                    <a:pt x="233680" y="0"/>
                  </a:cubicBezTo>
                  <a:cubicBezTo>
                    <a:pt x="248920" y="0"/>
                    <a:pt x="267970" y="11430"/>
                    <a:pt x="273050" y="22860"/>
                  </a:cubicBezTo>
                  <a:cubicBezTo>
                    <a:pt x="278130" y="34290"/>
                    <a:pt x="269240" y="58420"/>
                    <a:pt x="261620" y="67310"/>
                  </a:cubicBezTo>
                  <a:cubicBezTo>
                    <a:pt x="256540" y="73660"/>
                    <a:pt x="247650" y="76200"/>
                    <a:pt x="238760" y="76200"/>
                  </a:cubicBezTo>
                  <a:cubicBezTo>
                    <a:pt x="228600" y="74930"/>
                    <a:pt x="213360" y="68580"/>
                    <a:pt x="207010" y="59690"/>
                  </a:cubicBezTo>
                  <a:cubicBezTo>
                    <a:pt x="200660" y="50800"/>
                    <a:pt x="199390" y="33020"/>
                    <a:pt x="201930" y="24130"/>
                  </a:cubicBezTo>
                  <a:cubicBezTo>
                    <a:pt x="204470" y="16510"/>
                    <a:pt x="210820" y="8890"/>
                    <a:pt x="218440" y="5080"/>
                  </a:cubicBezTo>
                  <a:cubicBezTo>
                    <a:pt x="228600" y="1270"/>
                    <a:pt x="254000" y="2540"/>
                    <a:pt x="264160" y="8890"/>
                  </a:cubicBezTo>
                  <a:cubicBezTo>
                    <a:pt x="270510" y="13970"/>
                    <a:pt x="274320" y="22860"/>
                    <a:pt x="275590" y="30480"/>
                  </a:cubicBezTo>
                  <a:cubicBezTo>
                    <a:pt x="276860" y="40640"/>
                    <a:pt x="273050" y="54610"/>
                    <a:pt x="265430" y="64770"/>
                  </a:cubicBezTo>
                  <a:cubicBezTo>
                    <a:pt x="254000" y="78740"/>
                    <a:pt x="232410" y="81280"/>
                    <a:pt x="210820" y="97790"/>
                  </a:cubicBezTo>
                  <a:cubicBezTo>
                    <a:pt x="171450" y="129540"/>
                    <a:pt x="90170" y="233680"/>
                    <a:pt x="58420" y="250190"/>
                  </a:cubicBezTo>
                  <a:cubicBezTo>
                    <a:pt x="46990" y="256540"/>
                    <a:pt x="39370" y="256540"/>
                    <a:pt x="31750" y="255270"/>
                  </a:cubicBezTo>
                  <a:cubicBezTo>
                    <a:pt x="22860" y="254000"/>
                    <a:pt x="13970" y="247650"/>
                    <a:pt x="7620" y="241300"/>
                  </a:cubicBezTo>
                  <a:cubicBezTo>
                    <a:pt x="2540" y="234950"/>
                    <a:pt x="0" y="223520"/>
                    <a:pt x="0" y="214630"/>
                  </a:cubicBezTo>
                  <a:cubicBezTo>
                    <a:pt x="1270" y="207010"/>
                    <a:pt x="11430" y="190500"/>
                    <a:pt x="11430" y="1905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532902" y="1893863"/>
            <a:ext cx="349046" cy="551296"/>
            <a:chOff x="0" y="0"/>
            <a:chExt cx="407670" cy="6438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4450" y="45720"/>
              <a:ext cx="316230" cy="549910"/>
            </a:xfrm>
            <a:custGeom>
              <a:avLst/>
              <a:gdLst/>
              <a:ahLst/>
              <a:cxnLst/>
              <a:rect r="r" b="b" t="t" l="l"/>
              <a:pathLst>
                <a:path h="549910" w="316230">
                  <a:moveTo>
                    <a:pt x="142240" y="118110"/>
                  </a:moveTo>
                  <a:cubicBezTo>
                    <a:pt x="119380" y="350520"/>
                    <a:pt x="105410" y="368300"/>
                    <a:pt x="99060" y="397510"/>
                  </a:cubicBezTo>
                  <a:cubicBezTo>
                    <a:pt x="90170" y="434340"/>
                    <a:pt x="93980" y="497840"/>
                    <a:pt x="81280" y="523240"/>
                  </a:cubicBezTo>
                  <a:cubicBezTo>
                    <a:pt x="7493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4670"/>
                    <a:pt x="11430" y="528320"/>
                    <a:pt x="7620" y="515620"/>
                  </a:cubicBezTo>
                  <a:cubicBezTo>
                    <a:pt x="0" y="486410"/>
                    <a:pt x="2540" y="397510"/>
                    <a:pt x="6350" y="353060"/>
                  </a:cubicBezTo>
                  <a:cubicBezTo>
                    <a:pt x="8890" y="323850"/>
                    <a:pt x="10160" y="311150"/>
                    <a:pt x="19050" y="280670"/>
                  </a:cubicBezTo>
                  <a:cubicBezTo>
                    <a:pt x="34290" y="226060"/>
                    <a:pt x="87630" y="106680"/>
                    <a:pt x="114300" y="60960"/>
                  </a:cubicBezTo>
                  <a:cubicBezTo>
                    <a:pt x="128270" y="38100"/>
                    <a:pt x="134620" y="24130"/>
                    <a:pt x="152400" y="13970"/>
                  </a:cubicBezTo>
                  <a:cubicBezTo>
                    <a:pt x="172720" y="2540"/>
                    <a:pt x="210820" y="0"/>
                    <a:pt x="234950" y="5080"/>
                  </a:cubicBezTo>
                  <a:cubicBezTo>
                    <a:pt x="255270" y="10160"/>
                    <a:pt x="274320" y="24130"/>
                    <a:pt x="287020" y="36830"/>
                  </a:cubicBezTo>
                  <a:cubicBezTo>
                    <a:pt x="298450" y="49530"/>
                    <a:pt x="307340" y="63500"/>
                    <a:pt x="311150" y="82550"/>
                  </a:cubicBezTo>
                  <a:cubicBezTo>
                    <a:pt x="316230" y="105410"/>
                    <a:pt x="313690" y="151130"/>
                    <a:pt x="302260" y="171450"/>
                  </a:cubicBezTo>
                  <a:cubicBezTo>
                    <a:pt x="293370" y="186690"/>
                    <a:pt x="280670" y="189230"/>
                    <a:pt x="261620" y="200660"/>
                  </a:cubicBezTo>
                  <a:cubicBezTo>
                    <a:pt x="228600" y="222250"/>
                    <a:pt x="142240" y="276860"/>
                    <a:pt x="107950" y="275590"/>
                  </a:cubicBezTo>
                  <a:cubicBezTo>
                    <a:pt x="91440" y="275590"/>
                    <a:pt x="76200" y="265430"/>
                    <a:pt x="69850" y="255270"/>
                  </a:cubicBezTo>
                  <a:cubicBezTo>
                    <a:pt x="64770" y="245110"/>
                    <a:pt x="67310" y="228600"/>
                    <a:pt x="71120" y="219710"/>
                  </a:cubicBezTo>
                  <a:cubicBezTo>
                    <a:pt x="74930" y="212090"/>
                    <a:pt x="82550" y="203200"/>
                    <a:pt x="91440" y="201930"/>
                  </a:cubicBezTo>
                  <a:cubicBezTo>
                    <a:pt x="104140" y="200660"/>
                    <a:pt x="133350" y="212090"/>
                    <a:pt x="139700" y="223520"/>
                  </a:cubicBezTo>
                  <a:cubicBezTo>
                    <a:pt x="144780" y="232410"/>
                    <a:pt x="142240" y="250190"/>
                    <a:pt x="135890" y="259080"/>
                  </a:cubicBezTo>
                  <a:cubicBezTo>
                    <a:pt x="130810" y="267970"/>
                    <a:pt x="115570" y="275590"/>
                    <a:pt x="105410" y="275590"/>
                  </a:cubicBezTo>
                  <a:cubicBezTo>
                    <a:pt x="93980" y="275590"/>
                    <a:pt x="78740" y="267970"/>
                    <a:pt x="73660" y="259080"/>
                  </a:cubicBezTo>
                  <a:cubicBezTo>
                    <a:pt x="67310" y="251460"/>
                    <a:pt x="64770" y="233680"/>
                    <a:pt x="68580" y="224790"/>
                  </a:cubicBezTo>
                  <a:cubicBezTo>
                    <a:pt x="72390" y="214630"/>
                    <a:pt x="85090" y="201930"/>
                    <a:pt x="95250" y="200660"/>
                  </a:cubicBezTo>
                  <a:cubicBezTo>
                    <a:pt x="107950" y="199390"/>
                    <a:pt x="130810" y="210820"/>
                    <a:pt x="138430" y="219710"/>
                  </a:cubicBezTo>
                  <a:cubicBezTo>
                    <a:pt x="143510" y="226060"/>
                    <a:pt x="143510" y="234950"/>
                    <a:pt x="142240" y="243840"/>
                  </a:cubicBezTo>
                  <a:cubicBezTo>
                    <a:pt x="139700" y="252730"/>
                    <a:pt x="130810" y="267970"/>
                    <a:pt x="120650" y="271780"/>
                  </a:cubicBezTo>
                  <a:cubicBezTo>
                    <a:pt x="109220" y="276860"/>
                    <a:pt x="76200" y="261620"/>
                    <a:pt x="76200" y="262890"/>
                  </a:cubicBezTo>
                  <a:cubicBezTo>
                    <a:pt x="74930" y="264160"/>
                    <a:pt x="107950" y="276860"/>
                    <a:pt x="107950" y="275590"/>
                  </a:cubicBezTo>
                  <a:cubicBezTo>
                    <a:pt x="109220" y="274320"/>
                    <a:pt x="76200" y="265430"/>
                    <a:pt x="69850" y="255270"/>
                  </a:cubicBezTo>
                  <a:cubicBezTo>
                    <a:pt x="64770" y="245110"/>
                    <a:pt x="64770" y="229870"/>
                    <a:pt x="71120" y="219710"/>
                  </a:cubicBezTo>
                  <a:cubicBezTo>
                    <a:pt x="81280" y="204470"/>
                    <a:pt x="116840" y="201930"/>
                    <a:pt x="142240" y="186690"/>
                  </a:cubicBezTo>
                  <a:cubicBezTo>
                    <a:pt x="172720" y="167640"/>
                    <a:pt x="238760" y="129540"/>
                    <a:pt x="240030" y="109220"/>
                  </a:cubicBezTo>
                  <a:cubicBezTo>
                    <a:pt x="241300" y="97790"/>
                    <a:pt x="219710" y="78740"/>
                    <a:pt x="208280" y="78740"/>
                  </a:cubicBezTo>
                  <a:cubicBezTo>
                    <a:pt x="198120" y="78740"/>
                    <a:pt x="186690" y="92710"/>
                    <a:pt x="176530" y="106680"/>
                  </a:cubicBezTo>
                  <a:cubicBezTo>
                    <a:pt x="160020" y="127000"/>
                    <a:pt x="146050" y="162560"/>
                    <a:pt x="132080" y="196850"/>
                  </a:cubicBezTo>
                  <a:cubicBezTo>
                    <a:pt x="114300" y="242570"/>
                    <a:pt x="91440" y="299720"/>
                    <a:pt x="82550" y="354330"/>
                  </a:cubicBezTo>
                  <a:cubicBezTo>
                    <a:pt x="73660" y="408940"/>
                    <a:pt x="95250" y="492760"/>
                    <a:pt x="81280" y="523240"/>
                  </a:cubicBezTo>
                  <a:cubicBezTo>
                    <a:pt x="7620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3400"/>
                    <a:pt x="10160" y="521970"/>
                    <a:pt x="7620" y="506730"/>
                  </a:cubicBezTo>
                  <a:cubicBezTo>
                    <a:pt x="3810" y="477520"/>
                    <a:pt x="17780" y="408940"/>
                    <a:pt x="26670" y="372110"/>
                  </a:cubicBezTo>
                  <a:cubicBezTo>
                    <a:pt x="33020" y="347980"/>
                    <a:pt x="44450" y="337820"/>
                    <a:pt x="49530" y="311150"/>
                  </a:cubicBezTo>
                  <a:cubicBezTo>
                    <a:pt x="60960" y="262890"/>
                    <a:pt x="55880" y="140970"/>
                    <a:pt x="67310" y="109220"/>
                  </a:cubicBezTo>
                  <a:cubicBezTo>
                    <a:pt x="71120" y="96520"/>
                    <a:pt x="76200" y="91440"/>
                    <a:pt x="82550" y="86360"/>
                  </a:cubicBezTo>
                  <a:cubicBezTo>
                    <a:pt x="90170" y="81280"/>
                    <a:pt x="100330" y="78740"/>
                    <a:pt x="109220" y="80010"/>
                  </a:cubicBezTo>
                  <a:cubicBezTo>
                    <a:pt x="116840" y="81280"/>
                    <a:pt x="127000" y="86360"/>
                    <a:pt x="133350" y="92710"/>
                  </a:cubicBezTo>
                  <a:cubicBezTo>
                    <a:pt x="138430" y="99060"/>
                    <a:pt x="142240" y="118110"/>
                    <a:pt x="142240" y="11811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068268" y="2191258"/>
            <a:ext cx="504540" cy="942750"/>
            <a:chOff x="0" y="0"/>
            <a:chExt cx="589280" cy="11010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5560" y="46990"/>
              <a:ext cx="50419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04190">
                  <a:moveTo>
                    <a:pt x="210820" y="275590"/>
                  </a:moveTo>
                  <a:cubicBezTo>
                    <a:pt x="119380" y="892810"/>
                    <a:pt x="105410" y="951230"/>
                    <a:pt x="90170" y="977900"/>
                  </a:cubicBezTo>
                  <a:cubicBezTo>
                    <a:pt x="85090" y="989330"/>
                    <a:pt x="80010" y="994410"/>
                    <a:pt x="72390" y="998220"/>
                  </a:cubicBezTo>
                  <a:cubicBezTo>
                    <a:pt x="64770" y="1002030"/>
                    <a:pt x="54610" y="1005840"/>
                    <a:pt x="45720" y="1002030"/>
                  </a:cubicBezTo>
                  <a:cubicBezTo>
                    <a:pt x="35560" y="998220"/>
                    <a:pt x="24130" y="988060"/>
                    <a:pt x="16510" y="970280"/>
                  </a:cubicBezTo>
                  <a:cubicBezTo>
                    <a:pt x="0" y="927100"/>
                    <a:pt x="11430" y="784860"/>
                    <a:pt x="15240" y="715010"/>
                  </a:cubicBezTo>
                  <a:cubicBezTo>
                    <a:pt x="19050" y="666750"/>
                    <a:pt x="21590" y="642620"/>
                    <a:pt x="31750" y="590550"/>
                  </a:cubicBezTo>
                  <a:cubicBezTo>
                    <a:pt x="50800" y="500380"/>
                    <a:pt x="95250" y="321310"/>
                    <a:pt x="132080" y="228600"/>
                  </a:cubicBezTo>
                  <a:cubicBezTo>
                    <a:pt x="157480" y="166370"/>
                    <a:pt x="177800" y="119380"/>
                    <a:pt x="212090" y="80010"/>
                  </a:cubicBezTo>
                  <a:cubicBezTo>
                    <a:pt x="242570" y="45720"/>
                    <a:pt x="292100" y="10160"/>
                    <a:pt x="322580" y="3810"/>
                  </a:cubicBezTo>
                  <a:cubicBezTo>
                    <a:pt x="340360" y="0"/>
                    <a:pt x="353060" y="5080"/>
                    <a:pt x="368300" y="10160"/>
                  </a:cubicBezTo>
                  <a:cubicBezTo>
                    <a:pt x="384810" y="16510"/>
                    <a:pt x="400050" y="25400"/>
                    <a:pt x="415290" y="41910"/>
                  </a:cubicBezTo>
                  <a:cubicBezTo>
                    <a:pt x="440690" y="69850"/>
                    <a:pt x="472440" y="142240"/>
                    <a:pt x="487680" y="176530"/>
                  </a:cubicBezTo>
                  <a:cubicBezTo>
                    <a:pt x="495300" y="198120"/>
                    <a:pt x="500380" y="208280"/>
                    <a:pt x="501650" y="228600"/>
                  </a:cubicBezTo>
                  <a:cubicBezTo>
                    <a:pt x="504190" y="252730"/>
                    <a:pt x="504190" y="288290"/>
                    <a:pt x="496570" y="312420"/>
                  </a:cubicBezTo>
                  <a:cubicBezTo>
                    <a:pt x="490220" y="335280"/>
                    <a:pt x="481330" y="351790"/>
                    <a:pt x="466090" y="372110"/>
                  </a:cubicBezTo>
                  <a:cubicBezTo>
                    <a:pt x="445770" y="397510"/>
                    <a:pt x="410210" y="430530"/>
                    <a:pt x="382270" y="448310"/>
                  </a:cubicBezTo>
                  <a:cubicBezTo>
                    <a:pt x="361950" y="461010"/>
                    <a:pt x="346710" y="467360"/>
                    <a:pt x="320040" y="473710"/>
                  </a:cubicBezTo>
                  <a:cubicBezTo>
                    <a:pt x="276860" y="483870"/>
                    <a:pt x="146050" y="483870"/>
                    <a:pt x="146050" y="486410"/>
                  </a:cubicBezTo>
                  <a:cubicBezTo>
                    <a:pt x="146050" y="486410"/>
                    <a:pt x="173990" y="488950"/>
                    <a:pt x="173990" y="487680"/>
                  </a:cubicBezTo>
                  <a:cubicBezTo>
                    <a:pt x="175260" y="485140"/>
                    <a:pt x="154940" y="483870"/>
                    <a:pt x="148590" y="478790"/>
                  </a:cubicBezTo>
                  <a:cubicBezTo>
                    <a:pt x="142240" y="472440"/>
                    <a:pt x="135890" y="463550"/>
                    <a:pt x="135890" y="454660"/>
                  </a:cubicBezTo>
                  <a:cubicBezTo>
                    <a:pt x="135890" y="443230"/>
                    <a:pt x="144780" y="421640"/>
                    <a:pt x="154940" y="415290"/>
                  </a:cubicBezTo>
                  <a:cubicBezTo>
                    <a:pt x="165100" y="410210"/>
                    <a:pt x="186690" y="412750"/>
                    <a:pt x="196850" y="419100"/>
                  </a:cubicBezTo>
                  <a:cubicBezTo>
                    <a:pt x="205740" y="425450"/>
                    <a:pt x="212090" y="440690"/>
                    <a:pt x="210820" y="450850"/>
                  </a:cubicBezTo>
                  <a:cubicBezTo>
                    <a:pt x="210820" y="462280"/>
                    <a:pt x="201930" y="476250"/>
                    <a:pt x="193040" y="481330"/>
                  </a:cubicBezTo>
                  <a:cubicBezTo>
                    <a:pt x="184150" y="487680"/>
                    <a:pt x="166370" y="487680"/>
                    <a:pt x="157480" y="483870"/>
                  </a:cubicBezTo>
                  <a:cubicBezTo>
                    <a:pt x="147320" y="478790"/>
                    <a:pt x="137160" y="464820"/>
                    <a:pt x="135890" y="454660"/>
                  </a:cubicBezTo>
                  <a:cubicBezTo>
                    <a:pt x="134620" y="444500"/>
                    <a:pt x="139700" y="427990"/>
                    <a:pt x="147320" y="421640"/>
                  </a:cubicBezTo>
                  <a:cubicBezTo>
                    <a:pt x="157480" y="414020"/>
                    <a:pt x="182880" y="411480"/>
                    <a:pt x="193040" y="416560"/>
                  </a:cubicBezTo>
                  <a:cubicBezTo>
                    <a:pt x="203200" y="421640"/>
                    <a:pt x="210820" y="436880"/>
                    <a:pt x="212090" y="447040"/>
                  </a:cubicBezTo>
                  <a:cubicBezTo>
                    <a:pt x="212090" y="458470"/>
                    <a:pt x="204470" y="473710"/>
                    <a:pt x="195580" y="480060"/>
                  </a:cubicBezTo>
                  <a:cubicBezTo>
                    <a:pt x="186690" y="486410"/>
                    <a:pt x="166370" y="488950"/>
                    <a:pt x="156210" y="482600"/>
                  </a:cubicBezTo>
                  <a:cubicBezTo>
                    <a:pt x="146050" y="477520"/>
                    <a:pt x="135890" y="457200"/>
                    <a:pt x="135890" y="445770"/>
                  </a:cubicBezTo>
                  <a:cubicBezTo>
                    <a:pt x="134620" y="436880"/>
                    <a:pt x="140970" y="426720"/>
                    <a:pt x="147320" y="421640"/>
                  </a:cubicBezTo>
                  <a:cubicBezTo>
                    <a:pt x="153670" y="415290"/>
                    <a:pt x="172720" y="412750"/>
                    <a:pt x="172720" y="411480"/>
                  </a:cubicBezTo>
                  <a:cubicBezTo>
                    <a:pt x="171450" y="408940"/>
                    <a:pt x="143510" y="410210"/>
                    <a:pt x="143510" y="410210"/>
                  </a:cubicBezTo>
                  <a:cubicBezTo>
                    <a:pt x="143510" y="407670"/>
                    <a:pt x="284480" y="414020"/>
                    <a:pt x="330200" y="394970"/>
                  </a:cubicBezTo>
                  <a:cubicBezTo>
                    <a:pt x="361950" y="382270"/>
                    <a:pt x="383540" y="355600"/>
                    <a:pt x="401320" y="332740"/>
                  </a:cubicBezTo>
                  <a:cubicBezTo>
                    <a:pt x="416560" y="313690"/>
                    <a:pt x="429260" y="292100"/>
                    <a:pt x="431800" y="271780"/>
                  </a:cubicBezTo>
                  <a:cubicBezTo>
                    <a:pt x="434340" y="252730"/>
                    <a:pt x="427990" y="236220"/>
                    <a:pt x="420370" y="214630"/>
                  </a:cubicBezTo>
                  <a:cubicBezTo>
                    <a:pt x="410210" y="181610"/>
                    <a:pt x="387350" y="123190"/>
                    <a:pt x="367030" y="100330"/>
                  </a:cubicBezTo>
                  <a:cubicBezTo>
                    <a:pt x="353060" y="86360"/>
                    <a:pt x="337820" y="74930"/>
                    <a:pt x="323850" y="77470"/>
                  </a:cubicBezTo>
                  <a:cubicBezTo>
                    <a:pt x="303530" y="80010"/>
                    <a:pt x="274320" y="114300"/>
                    <a:pt x="260350" y="135890"/>
                  </a:cubicBezTo>
                  <a:cubicBezTo>
                    <a:pt x="248920" y="154940"/>
                    <a:pt x="251460" y="179070"/>
                    <a:pt x="242570" y="196850"/>
                  </a:cubicBezTo>
                  <a:cubicBezTo>
                    <a:pt x="233680" y="213360"/>
                    <a:pt x="218440" y="219710"/>
                    <a:pt x="207010" y="240030"/>
                  </a:cubicBezTo>
                  <a:cubicBezTo>
                    <a:pt x="186690" y="279400"/>
                    <a:pt x="166370" y="358140"/>
                    <a:pt x="148590" y="427990"/>
                  </a:cubicBezTo>
                  <a:cubicBezTo>
                    <a:pt x="125730" y="513080"/>
                    <a:pt x="100330" y="622300"/>
                    <a:pt x="91440" y="716280"/>
                  </a:cubicBezTo>
                  <a:cubicBezTo>
                    <a:pt x="83820" y="802640"/>
                    <a:pt x="101600" y="929640"/>
                    <a:pt x="92710" y="969010"/>
                  </a:cubicBezTo>
                  <a:cubicBezTo>
                    <a:pt x="90170" y="981710"/>
                    <a:pt x="87630" y="988060"/>
                    <a:pt x="80010" y="993140"/>
                  </a:cubicBezTo>
                  <a:cubicBezTo>
                    <a:pt x="72390" y="999490"/>
                    <a:pt x="55880" y="1003300"/>
                    <a:pt x="45720" y="1002030"/>
                  </a:cubicBezTo>
                  <a:cubicBezTo>
                    <a:pt x="36830" y="1000760"/>
                    <a:pt x="27940" y="994410"/>
                    <a:pt x="24130" y="986790"/>
                  </a:cubicBezTo>
                  <a:cubicBezTo>
                    <a:pt x="19050" y="980440"/>
                    <a:pt x="16510" y="972820"/>
                    <a:pt x="16510" y="961390"/>
                  </a:cubicBezTo>
                  <a:cubicBezTo>
                    <a:pt x="17780" y="932180"/>
                    <a:pt x="44450" y="882650"/>
                    <a:pt x="57150" y="820420"/>
                  </a:cubicBezTo>
                  <a:cubicBezTo>
                    <a:pt x="83820" y="695960"/>
                    <a:pt x="114300" y="325120"/>
                    <a:pt x="135890" y="262890"/>
                  </a:cubicBezTo>
                  <a:cubicBezTo>
                    <a:pt x="140970" y="248920"/>
                    <a:pt x="143510" y="245110"/>
                    <a:pt x="149860" y="240030"/>
                  </a:cubicBezTo>
                  <a:cubicBezTo>
                    <a:pt x="156210" y="233680"/>
                    <a:pt x="166370" y="229870"/>
                    <a:pt x="175260" y="231140"/>
                  </a:cubicBezTo>
                  <a:cubicBezTo>
                    <a:pt x="185420" y="232410"/>
                    <a:pt x="199390" y="240030"/>
                    <a:pt x="205740" y="248920"/>
                  </a:cubicBezTo>
                  <a:cubicBezTo>
                    <a:pt x="210820" y="256540"/>
                    <a:pt x="210820" y="275590"/>
                    <a:pt x="210820" y="27559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464070" y="1831339"/>
            <a:ext cx="371880" cy="365356"/>
            <a:chOff x="0" y="0"/>
            <a:chExt cx="434340" cy="426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0" y="44450"/>
              <a:ext cx="335280" cy="337820"/>
            </a:xfrm>
            <a:custGeom>
              <a:avLst/>
              <a:gdLst/>
              <a:ahLst/>
              <a:cxnLst/>
              <a:rect r="r" b="b" t="t" l="l"/>
              <a:pathLst>
                <a:path h="337820" w="335280">
                  <a:moveTo>
                    <a:pt x="95250" y="173990"/>
                  </a:moveTo>
                  <a:cubicBezTo>
                    <a:pt x="151130" y="172720"/>
                    <a:pt x="184150" y="148590"/>
                    <a:pt x="193040" y="128270"/>
                  </a:cubicBezTo>
                  <a:cubicBezTo>
                    <a:pt x="200660" y="111760"/>
                    <a:pt x="200660" y="77470"/>
                    <a:pt x="190500" y="71120"/>
                  </a:cubicBezTo>
                  <a:cubicBezTo>
                    <a:pt x="176530" y="62230"/>
                    <a:pt x="110490" y="97790"/>
                    <a:pt x="92710" y="118110"/>
                  </a:cubicBezTo>
                  <a:cubicBezTo>
                    <a:pt x="81280" y="130810"/>
                    <a:pt x="77470" y="147320"/>
                    <a:pt x="77470" y="165100"/>
                  </a:cubicBezTo>
                  <a:cubicBezTo>
                    <a:pt x="77470" y="184150"/>
                    <a:pt x="86360" y="215900"/>
                    <a:pt x="97790" y="229870"/>
                  </a:cubicBezTo>
                  <a:cubicBezTo>
                    <a:pt x="106680" y="241300"/>
                    <a:pt x="116840" y="243840"/>
                    <a:pt x="133350" y="248920"/>
                  </a:cubicBezTo>
                  <a:cubicBezTo>
                    <a:pt x="168910" y="259080"/>
                    <a:pt x="278130" y="242570"/>
                    <a:pt x="308610" y="256540"/>
                  </a:cubicBezTo>
                  <a:cubicBezTo>
                    <a:pt x="321310" y="262890"/>
                    <a:pt x="330200" y="271780"/>
                    <a:pt x="332740" y="281940"/>
                  </a:cubicBezTo>
                  <a:cubicBezTo>
                    <a:pt x="335280" y="293370"/>
                    <a:pt x="325120" y="317500"/>
                    <a:pt x="314960" y="325120"/>
                  </a:cubicBezTo>
                  <a:cubicBezTo>
                    <a:pt x="306070" y="331470"/>
                    <a:pt x="289560" y="331470"/>
                    <a:pt x="279400" y="326390"/>
                  </a:cubicBezTo>
                  <a:cubicBezTo>
                    <a:pt x="270510" y="322580"/>
                    <a:pt x="260350" y="308610"/>
                    <a:pt x="257810" y="298450"/>
                  </a:cubicBezTo>
                  <a:cubicBezTo>
                    <a:pt x="256540" y="288290"/>
                    <a:pt x="261620" y="271780"/>
                    <a:pt x="269240" y="264160"/>
                  </a:cubicBezTo>
                  <a:cubicBezTo>
                    <a:pt x="276860" y="256540"/>
                    <a:pt x="293370" y="252730"/>
                    <a:pt x="303530" y="255270"/>
                  </a:cubicBezTo>
                  <a:cubicBezTo>
                    <a:pt x="314960" y="257810"/>
                    <a:pt x="327660" y="267970"/>
                    <a:pt x="331470" y="278130"/>
                  </a:cubicBezTo>
                  <a:cubicBezTo>
                    <a:pt x="335280" y="288290"/>
                    <a:pt x="332740" y="304800"/>
                    <a:pt x="327660" y="313690"/>
                  </a:cubicBezTo>
                  <a:cubicBezTo>
                    <a:pt x="321310" y="322580"/>
                    <a:pt x="311150" y="326390"/>
                    <a:pt x="295910" y="330200"/>
                  </a:cubicBezTo>
                  <a:cubicBezTo>
                    <a:pt x="264160" y="337820"/>
                    <a:pt x="186690" y="332740"/>
                    <a:pt x="146050" y="326390"/>
                  </a:cubicBezTo>
                  <a:cubicBezTo>
                    <a:pt x="115570" y="321310"/>
                    <a:pt x="90170" y="317500"/>
                    <a:pt x="68580" y="302260"/>
                  </a:cubicBezTo>
                  <a:cubicBezTo>
                    <a:pt x="45720" y="285750"/>
                    <a:pt x="24130" y="248920"/>
                    <a:pt x="12700" y="227330"/>
                  </a:cubicBezTo>
                  <a:cubicBezTo>
                    <a:pt x="5080" y="212090"/>
                    <a:pt x="0" y="203200"/>
                    <a:pt x="0" y="185420"/>
                  </a:cubicBezTo>
                  <a:cubicBezTo>
                    <a:pt x="0" y="158750"/>
                    <a:pt x="12700" y="106680"/>
                    <a:pt x="34290" y="77470"/>
                  </a:cubicBezTo>
                  <a:cubicBezTo>
                    <a:pt x="54610" y="48260"/>
                    <a:pt x="96520" y="19050"/>
                    <a:pt x="129540" y="8890"/>
                  </a:cubicBezTo>
                  <a:cubicBezTo>
                    <a:pt x="156210" y="0"/>
                    <a:pt x="189230" y="0"/>
                    <a:pt x="209550" y="6350"/>
                  </a:cubicBezTo>
                  <a:cubicBezTo>
                    <a:pt x="226060" y="11430"/>
                    <a:pt x="237490" y="21590"/>
                    <a:pt x="247650" y="34290"/>
                  </a:cubicBezTo>
                  <a:cubicBezTo>
                    <a:pt x="257810" y="46990"/>
                    <a:pt x="265430" y="63500"/>
                    <a:pt x="267970" y="82550"/>
                  </a:cubicBezTo>
                  <a:cubicBezTo>
                    <a:pt x="270510" y="106680"/>
                    <a:pt x="269240" y="143510"/>
                    <a:pt x="254000" y="167640"/>
                  </a:cubicBezTo>
                  <a:cubicBezTo>
                    <a:pt x="236220" y="199390"/>
                    <a:pt x="181610" y="234950"/>
                    <a:pt x="151130" y="246380"/>
                  </a:cubicBezTo>
                  <a:cubicBezTo>
                    <a:pt x="130810" y="254000"/>
                    <a:pt x="110490" y="252730"/>
                    <a:pt x="95250" y="250190"/>
                  </a:cubicBezTo>
                  <a:cubicBezTo>
                    <a:pt x="85090" y="248920"/>
                    <a:pt x="76200" y="246380"/>
                    <a:pt x="71120" y="240030"/>
                  </a:cubicBezTo>
                  <a:cubicBezTo>
                    <a:pt x="64770" y="234950"/>
                    <a:pt x="58420" y="224790"/>
                    <a:pt x="58420" y="217170"/>
                  </a:cubicBezTo>
                  <a:cubicBezTo>
                    <a:pt x="57150" y="208280"/>
                    <a:pt x="58420" y="196850"/>
                    <a:pt x="64770" y="190500"/>
                  </a:cubicBezTo>
                  <a:cubicBezTo>
                    <a:pt x="71120" y="182880"/>
                    <a:pt x="95250" y="173990"/>
                    <a:pt x="95250" y="17399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1787019" y="1856348"/>
            <a:ext cx="255532" cy="339259"/>
            <a:chOff x="0" y="0"/>
            <a:chExt cx="298450" cy="396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45720" y="46990"/>
              <a:ext cx="203200" cy="300990"/>
            </a:xfrm>
            <a:custGeom>
              <a:avLst/>
              <a:gdLst/>
              <a:ahLst/>
              <a:cxnLst/>
              <a:rect r="r" b="b" t="t" l="l"/>
              <a:pathLst>
                <a:path h="300990" w="203200">
                  <a:moveTo>
                    <a:pt x="78740" y="25400"/>
                  </a:moveTo>
                  <a:cubicBezTo>
                    <a:pt x="158750" y="208280"/>
                    <a:pt x="199390" y="236220"/>
                    <a:pt x="201930" y="259080"/>
                  </a:cubicBezTo>
                  <a:cubicBezTo>
                    <a:pt x="203200" y="271780"/>
                    <a:pt x="194310" y="284480"/>
                    <a:pt x="186690" y="290830"/>
                  </a:cubicBezTo>
                  <a:cubicBezTo>
                    <a:pt x="177800" y="297180"/>
                    <a:pt x="161290" y="299720"/>
                    <a:pt x="151130" y="295910"/>
                  </a:cubicBezTo>
                  <a:cubicBezTo>
                    <a:pt x="140970" y="293370"/>
                    <a:pt x="129540" y="279400"/>
                    <a:pt x="127000" y="270510"/>
                  </a:cubicBezTo>
                  <a:cubicBezTo>
                    <a:pt x="124460" y="262890"/>
                    <a:pt x="124460" y="252730"/>
                    <a:pt x="128270" y="246380"/>
                  </a:cubicBezTo>
                  <a:cubicBezTo>
                    <a:pt x="132080" y="237490"/>
                    <a:pt x="144780" y="224790"/>
                    <a:pt x="156210" y="223520"/>
                  </a:cubicBezTo>
                  <a:cubicBezTo>
                    <a:pt x="166370" y="220980"/>
                    <a:pt x="182880" y="224790"/>
                    <a:pt x="190500" y="232410"/>
                  </a:cubicBezTo>
                  <a:cubicBezTo>
                    <a:pt x="198120" y="241300"/>
                    <a:pt x="203200" y="267970"/>
                    <a:pt x="196850" y="278130"/>
                  </a:cubicBezTo>
                  <a:cubicBezTo>
                    <a:pt x="191770" y="289560"/>
                    <a:pt x="170180" y="300990"/>
                    <a:pt x="154940" y="297180"/>
                  </a:cubicBezTo>
                  <a:cubicBezTo>
                    <a:pt x="129540" y="292100"/>
                    <a:pt x="92710" y="242570"/>
                    <a:pt x="68580" y="203200"/>
                  </a:cubicBezTo>
                  <a:cubicBezTo>
                    <a:pt x="40640" y="158750"/>
                    <a:pt x="0" y="71120"/>
                    <a:pt x="5080" y="36830"/>
                  </a:cubicBezTo>
                  <a:cubicBezTo>
                    <a:pt x="7620" y="20320"/>
                    <a:pt x="22860" y="7620"/>
                    <a:pt x="33020" y="3810"/>
                  </a:cubicBezTo>
                  <a:cubicBezTo>
                    <a:pt x="40640" y="0"/>
                    <a:pt x="52070" y="2540"/>
                    <a:pt x="59690" y="6350"/>
                  </a:cubicBezTo>
                  <a:cubicBezTo>
                    <a:pt x="67310" y="8890"/>
                    <a:pt x="78740" y="25400"/>
                    <a:pt x="78740" y="254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1735913" y="1872659"/>
            <a:ext cx="322949" cy="305551"/>
            <a:chOff x="0" y="0"/>
            <a:chExt cx="377190" cy="3568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800" y="50800"/>
              <a:ext cx="278130" cy="256540"/>
            </a:xfrm>
            <a:custGeom>
              <a:avLst/>
              <a:gdLst/>
              <a:ahLst/>
              <a:cxnLst/>
              <a:rect r="r" b="b" t="t" l="l"/>
              <a:pathLst>
                <a:path h="256540" w="278130">
                  <a:moveTo>
                    <a:pt x="11430" y="190500"/>
                  </a:moveTo>
                  <a:cubicBezTo>
                    <a:pt x="185420" y="22860"/>
                    <a:pt x="212090" y="0"/>
                    <a:pt x="233680" y="0"/>
                  </a:cubicBezTo>
                  <a:cubicBezTo>
                    <a:pt x="248920" y="0"/>
                    <a:pt x="267970" y="11430"/>
                    <a:pt x="273050" y="22860"/>
                  </a:cubicBezTo>
                  <a:cubicBezTo>
                    <a:pt x="278130" y="34290"/>
                    <a:pt x="269240" y="58420"/>
                    <a:pt x="261620" y="67310"/>
                  </a:cubicBezTo>
                  <a:cubicBezTo>
                    <a:pt x="256540" y="73660"/>
                    <a:pt x="247650" y="76200"/>
                    <a:pt x="238760" y="76200"/>
                  </a:cubicBezTo>
                  <a:cubicBezTo>
                    <a:pt x="228600" y="74930"/>
                    <a:pt x="213360" y="68580"/>
                    <a:pt x="207010" y="59690"/>
                  </a:cubicBezTo>
                  <a:cubicBezTo>
                    <a:pt x="200660" y="50800"/>
                    <a:pt x="199390" y="33020"/>
                    <a:pt x="201930" y="24130"/>
                  </a:cubicBezTo>
                  <a:cubicBezTo>
                    <a:pt x="204470" y="16510"/>
                    <a:pt x="210820" y="8890"/>
                    <a:pt x="218440" y="5080"/>
                  </a:cubicBezTo>
                  <a:cubicBezTo>
                    <a:pt x="228600" y="1270"/>
                    <a:pt x="254000" y="2540"/>
                    <a:pt x="264160" y="8890"/>
                  </a:cubicBezTo>
                  <a:cubicBezTo>
                    <a:pt x="270510" y="13970"/>
                    <a:pt x="274320" y="22860"/>
                    <a:pt x="275590" y="30480"/>
                  </a:cubicBezTo>
                  <a:cubicBezTo>
                    <a:pt x="276860" y="40640"/>
                    <a:pt x="273050" y="54610"/>
                    <a:pt x="265430" y="64770"/>
                  </a:cubicBezTo>
                  <a:cubicBezTo>
                    <a:pt x="254000" y="78740"/>
                    <a:pt x="232410" y="81280"/>
                    <a:pt x="210820" y="97790"/>
                  </a:cubicBezTo>
                  <a:cubicBezTo>
                    <a:pt x="171450" y="129540"/>
                    <a:pt x="90170" y="233680"/>
                    <a:pt x="58420" y="250190"/>
                  </a:cubicBezTo>
                  <a:cubicBezTo>
                    <a:pt x="46990" y="256540"/>
                    <a:pt x="39370" y="256540"/>
                    <a:pt x="31750" y="255270"/>
                  </a:cubicBezTo>
                  <a:cubicBezTo>
                    <a:pt x="22860" y="254000"/>
                    <a:pt x="13970" y="247650"/>
                    <a:pt x="7620" y="241300"/>
                  </a:cubicBezTo>
                  <a:cubicBezTo>
                    <a:pt x="2540" y="234950"/>
                    <a:pt x="0" y="223520"/>
                    <a:pt x="0" y="214630"/>
                  </a:cubicBezTo>
                  <a:cubicBezTo>
                    <a:pt x="1270" y="207010"/>
                    <a:pt x="11430" y="190500"/>
                    <a:pt x="11430" y="1905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941426" y="1859610"/>
            <a:ext cx="349046" cy="551296"/>
            <a:chOff x="0" y="0"/>
            <a:chExt cx="407670" cy="6438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44450" y="45720"/>
              <a:ext cx="316230" cy="549910"/>
            </a:xfrm>
            <a:custGeom>
              <a:avLst/>
              <a:gdLst/>
              <a:ahLst/>
              <a:cxnLst/>
              <a:rect r="r" b="b" t="t" l="l"/>
              <a:pathLst>
                <a:path h="549910" w="316230">
                  <a:moveTo>
                    <a:pt x="142240" y="118110"/>
                  </a:moveTo>
                  <a:cubicBezTo>
                    <a:pt x="119380" y="350520"/>
                    <a:pt x="105410" y="368300"/>
                    <a:pt x="99060" y="397510"/>
                  </a:cubicBezTo>
                  <a:cubicBezTo>
                    <a:pt x="90170" y="434340"/>
                    <a:pt x="93980" y="497840"/>
                    <a:pt x="81280" y="523240"/>
                  </a:cubicBezTo>
                  <a:cubicBezTo>
                    <a:pt x="7493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4670"/>
                    <a:pt x="11430" y="528320"/>
                    <a:pt x="7620" y="515620"/>
                  </a:cubicBezTo>
                  <a:cubicBezTo>
                    <a:pt x="0" y="486410"/>
                    <a:pt x="2540" y="397510"/>
                    <a:pt x="6350" y="353060"/>
                  </a:cubicBezTo>
                  <a:cubicBezTo>
                    <a:pt x="8890" y="323850"/>
                    <a:pt x="10160" y="311150"/>
                    <a:pt x="19050" y="280670"/>
                  </a:cubicBezTo>
                  <a:cubicBezTo>
                    <a:pt x="34290" y="226060"/>
                    <a:pt x="87630" y="106680"/>
                    <a:pt x="114300" y="60960"/>
                  </a:cubicBezTo>
                  <a:cubicBezTo>
                    <a:pt x="128270" y="38100"/>
                    <a:pt x="134620" y="24130"/>
                    <a:pt x="152400" y="13970"/>
                  </a:cubicBezTo>
                  <a:cubicBezTo>
                    <a:pt x="172720" y="2540"/>
                    <a:pt x="210820" y="0"/>
                    <a:pt x="234950" y="5080"/>
                  </a:cubicBezTo>
                  <a:cubicBezTo>
                    <a:pt x="255270" y="10160"/>
                    <a:pt x="274320" y="24130"/>
                    <a:pt x="287020" y="36830"/>
                  </a:cubicBezTo>
                  <a:cubicBezTo>
                    <a:pt x="298450" y="49530"/>
                    <a:pt x="307340" y="63500"/>
                    <a:pt x="311150" y="82550"/>
                  </a:cubicBezTo>
                  <a:cubicBezTo>
                    <a:pt x="316230" y="105410"/>
                    <a:pt x="313690" y="151130"/>
                    <a:pt x="302260" y="171450"/>
                  </a:cubicBezTo>
                  <a:cubicBezTo>
                    <a:pt x="293370" y="186690"/>
                    <a:pt x="280670" y="189230"/>
                    <a:pt x="261620" y="200660"/>
                  </a:cubicBezTo>
                  <a:cubicBezTo>
                    <a:pt x="228600" y="222250"/>
                    <a:pt x="142240" y="276860"/>
                    <a:pt x="107950" y="275590"/>
                  </a:cubicBezTo>
                  <a:cubicBezTo>
                    <a:pt x="91440" y="275590"/>
                    <a:pt x="76200" y="265430"/>
                    <a:pt x="69850" y="255270"/>
                  </a:cubicBezTo>
                  <a:cubicBezTo>
                    <a:pt x="64770" y="245110"/>
                    <a:pt x="67310" y="228600"/>
                    <a:pt x="71120" y="219710"/>
                  </a:cubicBezTo>
                  <a:cubicBezTo>
                    <a:pt x="74930" y="212090"/>
                    <a:pt x="82550" y="203200"/>
                    <a:pt x="91440" y="201930"/>
                  </a:cubicBezTo>
                  <a:cubicBezTo>
                    <a:pt x="104140" y="200660"/>
                    <a:pt x="133350" y="212090"/>
                    <a:pt x="139700" y="223520"/>
                  </a:cubicBezTo>
                  <a:cubicBezTo>
                    <a:pt x="144780" y="232410"/>
                    <a:pt x="142240" y="250190"/>
                    <a:pt x="135890" y="259080"/>
                  </a:cubicBezTo>
                  <a:cubicBezTo>
                    <a:pt x="130810" y="267970"/>
                    <a:pt x="115570" y="275590"/>
                    <a:pt x="105410" y="275590"/>
                  </a:cubicBezTo>
                  <a:cubicBezTo>
                    <a:pt x="93980" y="275590"/>
                    <a:pt x="78740" y="267970"/>
                    <a:pt x="73660" y="259080"/>
                  </a:cubicBezTo>
                  <a:cubicBezTo>
                    <a:pt x="67310" y="251460"/>
                    <a:pt x="64770" y="233680"/>
                    <a:pt x="68580" y="224790"/>
                  </a:cubicBezTo>
                  <a:cubicBezTo>
                    <a:pt x="72390" y="214630"/>
                    <a:pt x="85090" y="201930"/>
                    <a:pt x="95250" y="200660"/>
                  </a:cubicBezTo>
                  <a:cubicBezTo>
                    <a:pt x="107950" y="199390"/>
                    <a:pt x="130810" y="210820"/>
                    <a:pt x="138430" y="219710"/>
                  </a:cubicBezTo>
                  <a:cubicBezTo>
                    <a:pt x="143510" y="226060"/>
                    <a:pt x="143510" y="234950"/>
                    <a:pt x="142240" y="243840"/>
                  </a:cubicBezTo>
                  <a:cubicBezTo>
                    <a:pt x="139700" y="252730"/>
                    <a:pt x="130810" y="267970"/>
                    <a:pt x="120650" y="271780"/>
                  </a:cubicBezTo>
                  <a:cubicBezTo>
                    <a:pt x="109220" y="276860"/>
                    <a:pt x="76200" y="261620"/>
                    <a:pt x="76200" y="262890"/>
                  </a:cubicBezTo>
                  <a:cubicBezTo>
                    <a:pt x="74930" y="264160"/>
                    <a:pt x="107950" y="276860"/>
                    <a:pt x="107950" y="275590"/>
                  </a:cubicBezTo>
                  <a:cubicBezTo>
                    <a:pt x="109220" y="274320"/>
                    <a:pt x="76200" y="265430"/>
                    <a:pt x="69850" y="255270"/>
                  </a:cubicBezTo>
                  <a:cubicBezTo>
                    <a:pt x="64770" y="245110"/>
                    <a:pt x="64770" y="229870"/>
                    <a:pt x="71120" y="219710"/>
                  </a:cubicBezTo>
                  <a:cubicBezTo>
                    <a:pt x="81280" y="204470"/>
                    <a:pt x="116840" y="201930"/>
                    <a:pt x="142240" y="186690"/>
                  </a:cubicBezTo>
                  <a:cubicBezTo>
                    <a:pt x="172720" y="167640"/>
                    <a:pt x="238760" y="129540"/>
                    <a:pt x="240030" y="109220"/>
                  </a:cubicBezTo>
                  <a:cubicBezTo>
                    <a:pt x="241300" y="97790"/>
                    <a:pt x="219710" y="78740"/>
                    <a:pt x="208280" y="78740"/>
                  </a:cubicBezTo>
                  <a:cubicBezTo>
                    <a:pt x="198120" y="78740"/>
                    <a:pt x="186690" y="92710"/>
                    <a:pt x="176530" y="106680"/>
                  </a:cubicBezTo>
                  <a:cubicBezTo>
                    <a:pt x="160020" y="127000"/>
                    <a:pt x="146050" y="162560"/>
                    <a:pt x="132080" y="196850"/>
                  </a:cubicBezTo>
                  <a:cubicBezTo>
                    <a:pt x="114300" y="242570"/>
                    <a:pt x="91440" y="299720"/>
                    <a:pt x="82550" y="354330"/>
                  </a:cubicBezTo>
                  <a:cubicBezTo>
                    <a:pt x="73660" y="408940"/>
                    <a:pt x="95250" y="492760"/>
                    <a:pt x="81280" y="523240"/>
                  </a:cubicBezTo>
                  <a:cubicBezTo>
                    <a:pt x="76200" y="535940"/>
                    <a:pt x="66040" y="544830"/>
                    <a:pt x="55880" y="547370"/>
                  </a:cubicBezTo>
                  <a:cubicBezTo>
                    <a:pt x="45720" y="549910"/>
                    <a:pt x="29210" y="546100"/>
                    <a:pt x="21590" y="539750"/>
                  </a:cubicBezTo>
                  <a:cubicBezTo>
                    <a:pt x="13970" y="533400"/>
                    <a:pt x="10160" y="521970"/>
                    <a:pt x="7620" y="506730"/>
                  </a:cubicBezTo>
                  <a:cubicBezTo>
                    <a:pt x="3810" y="477520"/>
                    <a:pt x="17780" y="408940"/>
                    <a:pt x="26670" y="372110"/>
                  </a:cubicBezTo>
                  <a:cubicBezTo>
                    <a:pt x="33020" y="347980"/>
                    <a:pt x="44450" y="337820"/>
                    <a:pt x="49530" y="311150"/>
                  </a:cubicBezTo>
                  <a:cubicBezTo>
                    <a:pt x="60960" y="262890"/>
                    <a:pt x="55880" y="140970"/>
                    <a:pt x="67310" y="109220"/>
                  </a:cubicBezTo>
                  <a:cubicBezTo>
                    <a:pt x="71120" y="96520"/>
                    <a:pt x="76200" y="91440"/>
                    <a:pt x="82550" y="86360"/>
                  </a:cubicBezTo>
                  <a:cubicBezTo>
                    <a:pt x="90170" y="81280"/>
                    <a:pt x="100330" y="78740"/>
                    <a:pt x="109220" y="80010"/>
                  </a:cubicBezTo>
                  <a:cubicBezTo>
                    <a:pt x="116840" y="81280"/>
                    <a:pt x="127000" y="86360"/>
                    <a:pt x="133350" y="92710"/>
                  </a:cubicBezTo>
                  <a:cubicBezTo>
                    <a:pt x="138430" y="99060"/>
                    <a:pt x="142240" y="118110"/>
                    <a:pt x="142240" y="11811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084906" y="2469081"/>
            <a:ext cx="266406" cy="359919"/>
            <a:chOff x="0" y="0"/>
            <a:chExt cx="311150" cy="4203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5720" y="45720"/>
              <a:ext cx="219710" cy="330200"/>
            </a:xfrm>
            <a:custGeom>
              <a:avLst/>
              <a:gdLst/>
              <a:ahLst/>
              <a:cxnLst/>
              <a:rect r="r" b="b" t="t" l="l"/>
              <a:pathLst>
                <a:path h="330200" w="219710">
                  <a:moveTo>
                    <a:pt x="38100" y="146050"/>
                  </a:moveTo>
                  <a:cubicBezTo>
                    <a:pt x="62230" y="21590"/>
                    <a:pt x="76200" y="11430"/>
                    <a:pt x="90170" y="5080"/>
                  </a:cubicBezTo>
                  <a:cubicBezTo>
                    <a:pt x="106680" y="0"/>
                    <a:pt x="128270" y="1270"/>
                    <a:pt x="144780" y="6350"/>
                  </a:cubicBezTo>
                  <a:cubicBezTo>
                    <a:pt x="160020" y="12700"/>
                    <a:pt x="176530" y="24130"/>
                    <a:pt x="186690" y="36830"/>
                  </a:cubicBezTo>
                  <a:cubicBezTo>
                    <a:pt x="196850" y="48260"/>
                    <a:pt x="203200" y="60960"/>
                    <a:pt x="207010" y="76200"/>
                  </a:cubicBezTo>
                  <a:cubicBezTo>
                    <a:pt x="213360" y="96520"/>
                    <a:pt x="219710" y="120650"/>
                    <a:pt x="210820" y="146050"/>
                  </a:cubicBezTo>
                  <a:cubicBezTo>
                    <a:pt x="196850" y="187960"/>
                    <a:pt x="116840" y="287020"/>
                    <a:pt x="87630" y="288290"/>
                  </a:cubicBezTo>
                  <a:cubicBezTo>
                    <a:pt x="72390" y="288290"/>
                    <a:pt x="49530" y="261620"/>
                    <a:pt x="53340" y="254000"/>
                  </a:cubicBezTo>
                  <a:cubicBezTo>
                    <a:pt x="58420" y="242570"/>
                    <a:pt x="177800" y="238760"/>
                    <a:pt x="199390" y="255270"/>
                  </a:cubicBezTo>
                  <a:cubicBezTo>
                    <a:pt x="212090" y="265430"/>
                    <a:pt x="215900" y="288290"/>
                    <a:pt x="212090" y="299720"/>
                  </a:cubicBezTo>
                  <a:cubicBezTo>
                    <a:pt x="207010" y="311150"/>
                    <a:pt x="184150" y="325120"/>
                    <a:pt x="171450" y="323850"/>
                  </a:cubicBezTo>
                  <a:cubicBezTo>
                    <a:pt x="160020" y="322580"/>
                    <a:pt x="140970" y="303530"/>
                    <a:pt x="138430" y="292100"/>
                  </a:cubicBezTo>
                  <a:cubicBezTo>
                    <a:pt x="135890" y="280670"/>
                    <a:pt x="142240" y="265430"/>
                    <a:pt x="149860" y="257810"/>
                  </a:cubicBezTo>
                  <a:cubicBezTo>
                    <a:pt x="157480" y="250190"/>
                    <a:pt x="173990" y="245110"/>
                    <a:pt x="184150" y="248920"/>
                  </a:cubicBezTo>
                  <a:cubicBezTo>
                    <a:pt x="195580" y="252730"/>
                    <a:pt x="212090" y="273050"/>
                    <a:pt x="214630" y="284480"/>
                  </a:cubicBezTo>
                  <a:cubicBezTo>
                    <a:pt x="215900" y="292100"/>
                    <a:pt x="212090" y="300990"/>
                    <a:pt x="207010" y="307340"/>
                  </a:cubicBezTo>
                  <a:cubicBezTo>
                    <a:pt x="201930" y="314960"/>
                    <a:pt x="190500" y="321310"/>
                    <a:pt x="176530" y="323850"/>
                  </a:cubicBezTo>
                  <a:cubicBezTo>
                    <a:pt x="143510" y="330200"/>
                    <a:pt x="41910" y="327660"/>
                    <a:pt x="19050" y="308610"/>
                  </a:cubicBezTo>
                  <a:cubicBezTo>
                    <a:pt x="5080" y="297180"/>
                    <a:pt x="0" y="280670"/>
                    <a:pt x="5080" y="264160"/>
                  </a:cubicBezTo>
                  <a:cubicBezTo>
                    <a:pt x="13970" y="231140"/>
                    <a:pt x="133350" y="171450"/>
                    <a:pt x="139700" y="137160"/>
                  </a:cubicBezTo>
                  <a:cubicBezTo>
                    <a:pt x="142240" y="118110"/>
                    <a:pt x="118110" y="87630"/>
                    <a:pt x="114300" y="88900"/>
                  </a:cubicBezTo>
                  <a:cubicBezTo>
                    <a:pt x="109220" y="90170"/>
                    <a:pt x="118110" y="139700"/>
                    <a:pt x="113030" y="154940"/>
                  </a:cubicBezTo>
                  <a:cubicBezTo>
                    <a:pt x="110490" y="165100"/>
                    <a:pt x="105410" y="172720"/>
                    <a:pt x="97790" y="176530"/>
                  </a:cubicBezTo>
                  <a:cubicBezTo>
                    <a:pt x="87630" y="182880"/>
                    <a:pt x="64770" y="182880"/>
                    <a:pt x="54610" y="176530"/>
                  </a:cubicBezTo>
                  <a:cubicBezTo>
                    <a:pt x="45720" y="171450"/>
                    <a:pt x="38100" y="146050"/>
                    <a:pt x="38100" y="14605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802570" y="2066754"/>
            <a:ext cx="267493" cy="369706"/>
            <a:chOff x="0" y="0"/>
            <a:chExt cx="312420" cy="431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45720" y="40640"/>
              <a:ext cx="218440" cy="347980"/>
            </a:xfrm>
            <a:custGeom>
              <a:avLst/>
              <a:gdLst/>
              <a:ahLst/>
              <a:cxnLst/>
              <a:rect r="r" b="b" t="t" l="l"/>
              <a:pathLst>
                <a:path h="347980" w="218440">
                  <a:moveTo>
                    <a:pt x="59690" y="100330"/>
                  </a:moveTo>
                  <a:cubicBezTo>
                    <a:pt x="66040" y="48260"/>
                    <a:pt x="71120" y="34290"/>
                    <a:pt x="83820" y="25400"/>
                  </a:cubicBezTo>
                  <a:cubicBezTo>
                    <a:pt x="101600" y="12700"/>
                    <a:pt x="147320" y="0"/>
                    <a:pt x="168910" y="10160"/>
                  </a:cubicBezTo>
                  <a:cubicBezTo>
                    <a:pt x="189230" y="17780"/>
                    <a:pt x="204470" y="52070"/>
                    <a:pt x="212090" y="74930"/>
                  </a:cubicBezTo>
                  <a:cubicBezTo>
                    <a:pt x="218440" y="95250"/>
                    <a:pt x="218440" y="118110"/>
                    <a:pt x="214630" y="137160"/>
                  </a:cubicBezTo>
                  <a:cubicBezTo>
                    <a:pt x="212090" y="153670"/>
                    <a:pt x="208280" y="166370"/>
                    <a:pt x="198120" y="180340"/>
                  </a:cubicBezTo>
                  <a:cubicBezTo>
                    <a:pt x="186690" y="196850"/>
                    <a:pt x="165100" y="214630"/>
                    <a:pt x="144780" y="228600"/>
                  </a:cubicBezTo>
                  <a:cubicBezTo>
                    <a:pt x="125730" y="242570"/>
                    <a:pt x="78740" y="255270"/>
                    <a:pt x="80010" y="261620"/>
                  </a:cubicBezTo>
                  <a:cubicBezTo>
                    <a:pt x="81280" y="270510"/>
                    <a:pt x="165100" y="256540"/>
                    <a:pt x="181610" y="270510"/>
                  </a:cubicBezTo>
                  <a:cubicBezTo>
                    <a:pt x="193040" y="280670"/>
                    <a:pt x="198120" y="304800"/>
                    <a:pt x="193040" y="316230"/>
                  </a:cubicBezTo>
                  <a:cubicBezTo>
                    <a:pt x="187960" y="326390"/>
                    <a:pt x="163830" y="337820"/>
                    <a:pt x="152400" y="339090"/>
                  </a:cubicBezTo>
                  <a:cubicBezTo>
                    <a:pt x="144780" y="339090"/>
                    <a:pt x="135890" y="334010"/>
                    <a:pt x="130810" y="327660"/>
                  </a:cubicBezTo>
                  <a:cubicBezTo>
                    <a:pt x="124460" y="320040"/>
                    <a:pt x="118110" y="304800"/>
                    <a:pt x="120650" y="293370"/>
                  </a:cubicBezTo>
                  <a:cubicBezTo>
                    <a:pt x="121920" y="283210"/>
                    <a:pt x="133350" y="270510"/>
                    <a:pt x="142240" y="265430"/>
                  </a:cubicBezTo>
                  <a:cubicBezTo>
                    <a:pt x="149860" y="261620"/>
                    <a:pt x="158750" y="260350"/>
                    <a:pt x="166370" y="264160"/>
                  </a:cubicBezTo>
                  <a:cubicBezTo>
                    <a:pt x="177800" y="267970"/>
                    <a:pt x="195580" y="287020"/>
                    <a:pt x="195580" y="299720"/>
                  </a:cubicBezTo>
                  <a:cubicBezTo>
                    <a:pt x="195580" y="312420"/>
                    <a:pt x="184150" y="331470"/>
                    <a:pt x="168910" y="337820"/>
                  </a:cubicBezTo>
                  <a:cubicBezTo>
                    <a:pt x="139700" y="347980"/>
                    <a:pt x="31750" y="316230"/>
                    <a:pt x="11430" y="290830"/>
                  </a:cubicBezTo>
                  <a:cubicBezTo>
                    <a:pt x="0" y="276860"/>
                    <a:pt x="1270" y="256540"/>
                    <a:pt x="5080" y="241300"/>
                  </a:cubicBezTo>
                  <a:cubicBezTo>
                    <a:pt x="10160" y="224790"/>
                    <a:pt x="26670" y="210820"/>
                    <a:pt x="44450" y="195580"/>
                  </a:cubicBezTo>
                  <a:cubicBezTo>
                    <a:pt x="68580" y="175260"/>
                    <a:pt x="127000" y="160020"/>
                    <a:pt x="139700" y="135890"/>
                  </a:cubicBezTo>
                  <a:cubicBezTo>
                    <a:pt x="148590" y="116840"/>
                    <a:pt x="134620" y="71120"/>
                    <a:pt x="134620" y="71120"/>
                  </a:cubicBezTo>
                  <a:cubicBezTo>
                    <a:pt x="133350" y="71120"/>
                    <a:pt x="138430" y="99060"/>
                    <a:pt x="134620" y="110490"/>
                  </a:cubicBezTo>
                  <a:cubicBezTo>
                    <a:pt x="130810" y="120650"/>
                    <a:pt x="120650" y="133350"/>
                    <a:pt x="111760" y="137160"/>
                  </a:cubicBezTo>
                  <a:cubicBezTo>
                    <a:pt x="101600" y="139700"/>
                    <a:pt x="85090" y="138430"/>
                    <a:pt x="76200" y="132080"/>
                  </a:cubicBezTo>
                  <a:cubicBezTo>
                    <a:pt x="67310" y="125730"/>
                    <a:pt x="59690" y="100330"/>
                    <a:pt x="59690" y="10033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0040704" y="2508227"/>
            <a:ext cx="260969" cy="231610"/>
            <a:chOff x="0" y="0"/>
            <a:chExt cx="304800" cy="27051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50800" y="43180"/>
              <a:ext cx="209550" cy="179070"/>
            </a:xfrm>
            <a:custGeom>
              <a:avLst/>
              <a:gdLst/>
              <a:ahLst/>
              <a:cxnLst/>
              <a:rect r="r" b="b" t="t" l="l"/>
              <a:pathLst>
                <a:path h="179070" w="209550">
                  <a:moveTo>
                    <a:pt x="0" y="105410"/>
                  </a:moveTo>
                  <a:cubicBezTo>
                    <a:pt x="7620" y="43180"/>
                    <a:pt x="24130" y="17780"/>
                    <a:pt x="43180" y="8890"/>
                  </a:cubicBezTo>
                  <a:cubicBezTo>
                    <a:pt x="62230" y="0"/>
                    <a:pt x="106680" y="5080"/>
                    <a:pt x="115570" y="8890"/>
                  </a:cubicBezTo>
                  <a:cubicBezTo>
                    <a:pt x="116840" y="8890"/>
                    <a:pt x="116840" y="11430"/>
                    <a:pt x="118110" y="11430"/>
                  </a:cubicBezTo>
                  <a:cubicBezTo>
                    <a:pt x="121920" y="12700"/>
                    <a:pt x="132080" y="6350"/>
                    <a:pt x="140970" y="7620"/>
                  </a:cubicBezTo>
                  <a:cubicBezTo>
                    <a:pt x="156210" y="12700"/>
                    <a:pt x="195580" y="36830"/>
                    <a:pt x="203200" y="54610"/>
                  </a:cubicBezTo>
                  <a:cubicBezTo>
                    <a:pt x="209550" y="68580"/>
                    <a:pt x="203200" y="86360"/>
                    <a:pt x="198120" y="100330"/>
                  </a:cubicBezTo>
                  <a:cubicBezTo>
                    <a:pt x="193040" y="115570"/>
                    <a:pt x="181610" y="133350"/>
                    <a:pt x="170180" y="144780"/>
                  </a:cubicBezTo>
                  <a:cubicBezTo>
                    <a:pt x="158750" y="154940"/>
                    <a:pt x="142240" y="160020"/>
                    <a:pt x="129540" y="165100"/>
                  </a:cubicBezTo>
                  <a:cubicBezTo>
                    <a:pt x="116840" y="168910"/>
                    <a:pt x="96520" y="170180"/>
                    <a:pt x="91440" y="172720"/>
                  </a:cubicBezTo>
                  <a:cubicBezTo>
                    <a:pt x="90170" y="173990"/>
                    <a:pt x="91440" y="176530"/>
                    <a:pt x="90170" y="176530"/>
                  </a:cubicBezTo>
                  <a:cubicBezTo>
                    <a:pt x="85090" y="179070"/>
                    <a:pt x="55880" y="173990"/>
                    <a:pt x="43180" y="166370"/>
                  </a:cubicBezTo>
                  <a:cubicBezTo>
                    <a:pt x="31750" y="160020"/>
                    <a:pt x="20320" y="148590"/>
                    <a:pt x="16510" y="139700"/>
                  </a:cubicBezTo>
                  <a:cubicBezTo>
                    <a:pt x="12700" y="133350"/>
                    <a:pt x="15240" y="128270"/>
                    <a:pt x="12700" y="123190"/>
                  </a:cubicBezTo>
                  <a:cubicBezTo>
                    <a:pt x="10160" y="116840"/>
                    <a:pt x="0" y="105410"/>
                    <a:pt x="0" y="10541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346254" y="2475605"/>
            <a:ext cx="228348" cy="257707"/>
            <a:chOff x="0" y="0"/>
            <a:chExt cx="266700" cy="3009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0" y="45720"/>
              <a:ext cx="165100" cy="208280"/>
            </a:xfrm>
            <a:custGeom>
              <a:avLst/>
              <a:gdLst/>
              <a:ahLst/>
              <a:cxnLst/>
              <a:rect r="r" b="b" t="t" l="l"/>
              <a:pathLst>
                <a:path h="208280" w="165100">
                  <a:moveTo>
                    <a:pt x="0" y="134620"/>
                  </a:moveTo>
                  <a:cubicBezTo>
                    <a:pt x="10160" y="49530"/>
                    <a:pt x="29210" y="16510"/>
                    <a:pt x="45720" y="6350"/>
                  </a:cubicBezTo>
                  <a:cubicBezTo>
                    <a:pt x="58420" y="0"/>
                    <a:pt x="72390" y="2540"/>
                    <a:pt x="86360" y="5080"/>
                  </a:cubicBezTo>
                  <a:cubicBezTo>
                    <a:pt x="100330" y="7620"/>
                    <a:pt x="119380" y="12700"/>
                    <a:pt x="130810" y="21590"/>
                  </a:cubicBezTo>
                  <a:cubicBezTo>
                    <a:pt x="140970" y="30480"/>
                    <a:pt x="149860" y="45720"/>
                    <a:pt x="152400" y="57150"/>
                  </a:cubicBezTo>
                  <a:cubicBezTo>
                    <a:pt x="154940" y="66040"/>
                    <a:pt x="151130" y="72390"/>
                    <a:pt x="152400" y="80010"/>
                  </a:cubicBezTo>
                  <a:cubicBezTo>
                    <a:pt x="153670" y="92710"/>
                    <a:pt x="165100" y="106680"/>
                    <a:pt x="165100" y="121920"/>
                  </a:cubicBezTo>
                  <a:cubicBezTo>
                    <a:pt x="163830" y="138430"/>
                    <a:pt x="153670" y="163830"/>
                    <a:pt x="143510" y="176530"/>
                  </a:cubicBezTo>
                  <a:cubicBezTo>
                    <a:pt x="133350" y="187960"/>
                    <a:pt x="119380" y="195580"/>
                    <a:pt x="104140" y="200660"/>
                  </a:cubicBezTo>
                  <a:cubicBezTo>
                    <a:pt x="88900" y="204470"/>
                    <a:pt x="68580" y="208280"/>
                    <a:pt x="53340" y="203200"/>
                  </a:cubicBezTo>
                  <a:cubicBezTo>
                    <a:pt x="39370" y="199390"/>
                    <a:pt x="25400" y="189230"/>
                    <a:pt x="16510" y="177800"/>
                  </a:cubicBezTo>
                  <a:cubicBezTo>
                    <a:pt x="7620" y="165100"/>
                    <a:pt x="0" y="134620"/>
                    <a:pt x="0" y="1346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619184" y="2508227"/>
            <a:ext cx="253357" cy="233784"/>
            <a:chOff x="0" y="0"/>
            <a:chExt cx="295910" cy="2730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45720"/>
              <a:ext cx="195580" cy="180340"/>
            </a:xfrm>
            <a:custGeom>
              <a:avLst/>
              <a:gdLst/>
              <a:ahLst/>
              <a:cxnLst/>
              <a:rect r="r" b="b" t="t" l="l"/>
              <a:pathLst>
                <a:path h="180340" w="195580">
                  <a:moveTo>
                    <a:pt x="59690" y="68580"/>
                  </a:moveTo>
                  <a:cubicBezTo>
                    <a:pt x="138430" y="135890"/>
                    <a:pt x="138430" y="143510"/>
                    <a:pt x="134620" y="151130"/>
                  </a:cubicBezTo>
                  <a:cubicBezTo>
                    <a:pt x="132080" y="160020"/>
                    <a:pt x="120650" y="173990"/>
                    <a:pt x="110490" y="176530"/>
                  </a:cubicBezTo>
                  <a:cubicBezTo>
                    <a:pt x="97790" y="179070"/>
                    <a:pt x="73660" y="170180"/>
                    <a:pt x="67310" y="161290"/>
                  </a:cubicBezTo>
                  <a:cubicBezTo>
                    <a:pt x="59690" y="152400"/>
                    <a:pt x="58420" y="134620"/>
                    <a:pt x="63500" y="125730"/>
                  </a:cubicBezTo>
                  <a:cubicBezTo>
                    <a:pt x="68580" y="114300"/>
                    <a:pt x="91440" y="101600"/>
                    <a:pt x="102870" y="102870"/>
                  </a:cubicBezTo>
                  <a:cubicBezTo>
                    <a:pt x="114300" y="102870"/>
                    <a:pt x="128270" y="113030"/>
                    <a:pt x="132080" y="123190"/>
                  </a:cubicBezTo>
                  <a:cubicBezTo>
                    <a:pt x="137160" y="134620"/>
                    <a:pt x="133350" y="160020"/>
                    <a:pt x="124460" y="167640"/>
                  </a:cubicBezTo>
                  <a:cubicBezTo>
                    <a:pt x="115570" y="176530"/>
                    <a:pt x="93980" y="177800"/>
                    <a:pt x="78740" y="172720"/>
                  </a:cubicBezTo>
                  <a:cubicBezTo>
                    <a:pt x="55880" y="163830"/>
                    <a:pt x="15240" y="124460"/>
                    <a:pt x="7620" y="100330"/>
                  </a:cubicBezTo>
                  <a:cubicBezTo>
                    <a:pt x="2540" y="82550"/>
                    <a:pt x="11430" y="59690"/>
                    <a:pt x="19050" y="45720"/>
                  </a:cubicBezTo>
                  <a:cubicBezTo>
                    <a:pt x="26670" y="33020"/>
                    <a:pt x="35560" y="24130"/>
                    <a:pt x="49530" y="17780"/>
                  </a:cubicBezTo>
                  <a:cubicBezTo>
                    <a:pt x="69850" y="10160"/>
                    <a:pt x="109220" y="6350"/>
                    <a:pt x="132080" y="11430"/>
                  </a:cubicBezTo>
                  <a:cubicBezTo>
                    <a:pt x="149860" y="16510"/>
                    <a:pt x="163830" y="25400"/>
                    <a:pt x="175260" y="36830"/>
                  </a:cubicBezTo>
                  <a:cubicBezTo>
                    <a:pt x="185420" y="48260"/>
                    <a:pt x="193040" y="66040"/>
                    <a:pt x="194310" y="83820"/>
                  </a:cubicBezTo>
                  <a:cubicBezTo>
                    <a:pt x="195580" y="104140"/>
                    <a:pt x="185420" y="139700"/>
                    <a:pt x="173990" y="156210"/>
                  </a:cubicBezTo>
                  <a:cubicBezTo>
                    <a:pt x="165100" y="166370"/>
                    <a:pt x="154940" y="172720"/>
                    <a:pt x="139700" y="175260"/>
                  </a:cubicBezTo>
                  <a:cubicBezTo>
                    <a:pt x="113030" y="180340"/>
                    <a:pt x="50800" y="179070"/>
                    <a:pt x="27940" y="162560"/>
                  </a:cubicBezTo>
                  <a:cubicBezTo>
                    <a:pt x="10160" y="148590"/>
                    <a:pt x="3810" y="118110"/>
                    <a:pt x="2540" y="95250"/>
                  </a:cubicBezTo>
                  <a:cubicBezTo>
                    <a:pt x="1270" y="72390"/>
                    <a:pt x="11430" y="39370"/>
                    <a:pt x="22860" y="24130"/>
                  </a:cubicBezTo>
                  <a:cubicBezTo>
                    <a:pt x="31750" y="13970"/>
                    <a:pt x="43180" y="8890"/>
                    <a:pt x="58420" y="5080"/>
                  </a:cubicBezTo>
                  <a:cubicBezTo>
                    <a:pt x="76200" y="0"/>
                    <a:pt x="107950" y="3810"/>
                    <a:pt x="127000" y="8890"/>
                  </a:cubicBezTo>
                  <a:cubicBezTo>
                    <a:pt x="142240" y="12700"/>
                    <a:pt x="154940" y="19050"/>
                    <a:pt x="165100" y="29210"/>
                  </a:cubicBezTo>
                  <a:cubicBezTo>
                    <a:pt x="176530" y="40640"/>
                    <a:pt x="187960" y="60960"/>
                    <a:pt x="190500" y="77470"/>
                  </a:cubicBezTo>
                  <a:cubicBezTo>
                    <a:pt x="193040" y="95250"/>
                    <a:pt x="187960" y="118110"/>
                    <a:pt x="179070" y="132080"/>
                  </a:cubicBezTo>
                  <a:cubicBezTo>
                    <a:pt x="172720" y="143510"/>
                    <a:pt x="160020" y="151130"/>
                    <a:pt x="148590" y="157480"/>
                  </a:cubicBezTo>
                  <a:cubicBezTo>
                    <a:pt x="134620" y="163830"/>
                    <a:pt x="115570" y="167640"/>
                    <a:pt x="100330" y="166370"/>
                  </a:cubicBezTo>
                  <a:cubicBezTo>
                    <a:pt x="83820" y="166370"/>
                    <a:pt x="67310" y="161290"/>
                    <a:pt x="52070" y="154940"/>
                  </a:cubicBezTo>
                  <a:cubicBezTo>
                    <a:pt x="36830" y="148590"/>
                    <a:pt x="19050" y="135890"/>
                    <a:pt x="10160" y="125730"/>
                  </a:cubicBezTo>
                  <a:cubicBezTo>
                    <a:pt x="3810" y="118110"/>
                    <a:pt x="0" y="109220"/>
                    <a:pt x="0" y="100330"/>
                  </a:cubicBezTo>
                  <a:cubicBezTo>
                    <a:pt x="1270" y="90170"/>
                    <a:pt x="7620" y="74930"/>
                    <a:pt x="16510" y="68580"/>
                  </a:cubicBezTo>
                  <a:cubicBezTo>
                    <a:pt x="26670" y="62230"/>
                    <a:pt x="59690" y="68580"/>
                    <a:pt x="59690" y="685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510827" y="2474518"/>
            <a:ext cx="408851" cy="355570"/>
            <a:chOff x="0" y="0"/>
            <a:chExt cx="477520" cy="41529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50800" y="48260"/>
              <a:ext cx="377190" cy="322580"/>
            </a:xfrm>
            <a:custGeom>
              <a:avLst/>
              <a:gdLst/>
              <a:ahLst/>
              <a:cxnLst/>
              <a:rect r="r" b="b" t="t" l="l"/>
              <a:pathLst>
                <a:path h="322580" w="377190">
                  <a:moveTo>
                    <a:pt x="0" y="250190"/>
                  </a:moveTo>
                  <a:cubicBezTo>
                    <a:pt x="24130" y="17780"/>
                    <a:pt x="29210" y="12700"/>
                    <a:pt x="35560" y="7620"/>
                  </a:cubicBezTo>
                  <a:cubicBezTo>
                    <a:pt x="43180" y="2540"/>
                    <a:pt x="53340" y="0"/>
                    <a:pt x="62230" y="2540"/>
                  </a:cubicBezTo>
                  <a:cubicBezTo>
                    <a:pt x="73660" y="5080"/>
                    <a:pt x="86360" y="15240"/>
                    <a:pt x="93980" y="31750"/>
                  </a:cubicBezTo>
                  <a:cubicBezTo>
                    <a:pt x="106680" y="60960"/>
                    <a:pt x="102870" y="143510"/>
                    <a:pt x="95250" y="181610"/>
                  </a:cubicBezTo>
                  <a:cubicBezTo>
                    <a:pt x="88900" y="207010"/>
                    <a:pt x="78740" y="232410"/>
                    <a:pt x="66040" y="243840"/>
                  </a:cubicBezTo>
                  <a:cubicBezTo>
                    <a:pt x="58420" y="250190"/>
                    <a:pt x="49530" y="252730"/>
                    <a:pt x="41910" y="254000"/>
                  </a:cubicBezTo>
                  <a:cubicBezTo>
                    <a:pt x="33020" y="254000"/>
                    <a:pt x="21590" y="250190"/>
                    <a:pt x="15240" y="243840"/>
                  </a:cubicBezTo>
                  <a:cubicBezTo>
                    <a:pt x="7620" y="236220"/>
                    <a:pt x="2540" y="217170"/>
                    <a:pt x="5080" y="201930"/>
                  </a:cubicBezTo>
                  <a:cubicBezTo>
                    <a:pt x="8890" y="184150"/>
                    <a:pt x="26670" y="158750"/>
                    <a:pt x="48260" y="143510"/>
                  </a:cubicBezTo>
                  <a:cubicBezTo>
                    <a:pt x="78740" y="123190"/>
                    <a:pt x="148590" y="123190"/>
                    <a:pt x="181610" y="105410"/>
                  </a:cubicBezTo>
                  <a:cubicBezTo>
                    <a:pt x="205740" y="92710"/>
                    <a:pt x="219710" y="67310"/>
                    <a:pt x="237490" y="59690"/>
                  </a:cubicBezTo>
                  <a:cubicBezTo>
                    <a:pt x="248920" y="55880"/>
                    <a:pt x="261620" y="55880"/>
                    <a:pt x="271780" y="57150"/>
                  </a:cubicBezTo>
                  <a:cubicBezTo>
                    <a:pt x="280670" y="59690"/>
                    <a:pt x="289560" y="64770"/>
                    <a:pt x="295910" y="71120"/>
                  </a:cubicBezTo>
                  <a:cubicBezTo>
                    <a:pt x="300990" y="77470"/>
                    <a:pt x="304800" y="86360"/>
                    <a:pt x="304800" y="96520"/>
                  </a:cubicBezTo>
                  <a:cubicBezTo>
                    <a:pt x="302260" y="113030"/>
                    <a:pt x="283210" y="143510"/>
                    <a:pt x="264160" y="161290"/>
                  </a:cubicBezTo>
                  <a:cubicBezTo>
                    <a:pt x="242570" y="181610"/>
                    <a:pt x="203200" y="199390"/>
                    <a:pt x="177800" y="207010"/>
                  </a:cubicBezTo>
                  <a:cubicBezTo>
                    <a:pt x="160020" y="212090"/>
                    <a:pt x="143510" y="214630"/>
                    <a:pt x="128270" y="210820"/>
                  </a:cubicBezTo>
                  <a:cubicBezTo>
                    <a:pt x="110490" y="207010"/>
                    <a:pt x="83820" y="193040"/>
                    <a:pt x="76200" y="181610"/>
                  </a:cubicBezTo>
                  <a:cubicBezTo>
                    <a:pt x="71120" y="172720"/>
                    <a:pt x="71120" y="162560"/>
                    <a:pt x="73660" y="153670"/>
                  </a:cubicBezTo>
                  <a:cubicBezTo>
                    <a:pt x="74930" y="146050"/>
                    <a:pt x="80010" y="135890"/>
                    <a:pt x="88900" y="132080"/>
                  </a:cubicBezTo>
                  <a:cubicBezTo>
                    <a:pt x="102870" y="125730"/>
                    <a:pt x="134620" y="125730"/>
                    <a:pt x="154940" y="135890"/>
                  </a:cubicBezTo>
                  <a:cubicBezTo>
                    <a:pt x="180340" y="148590"/>
                    <a:pt x="196850" y="199390"/>
                    <a:pt x="220980" y="218440"/>
                  </a:cubicBezTo>
                  <a:cubicBezTo>
                    <a:pt x="242570" y="234950"/>
                    <a:pt x="267970" y="246380"/>
                    <a:pt x="288290" y="248920"/>
                  </a:cubicBezTo>
                  <a:cubicBezTo>
                    <a:pt x="304800" y="250190"/>
                    <a:pt x="320040" y="237490"/>
                    <a:pt x="334010" y="238760"/>
                  </a:cubicBezTo>
                  <a:cubicBezTo>
                    <a:pt x="345440" y="240030"/>
                    <a:pt x="359410" y="245110"/>
                    <a:pt x="367030" y="252730"/>
                  </a:cubicBezTo>
                  <a:cubicBezTo>
                    <a:pt x="372110" y="259080"/>
                    <a:pt x="375920" y="267970"/>
                    <a:pt x="374650" y="275590"/>
                  </a:cubicBezTo>
                  <a:cubicBezTo>
                    <a:pt x="374650" y="285750"/>
                    <a:pt x="368300" y="302260"/>
                    <a:pt x="359410" y="307340"/>
                  </a:cubicBezTo>
                  <a:cubicBezTo>
                    <a:pt x="349250" y="313690"/>
                    <a:pt x="322580" y="313690"/>
                    <a:pt x="313690" y="306070"/>
                  </a:cubicBezTo>
                  <a:cubicBezTo>
                    <a:pt x="304800" y="300990"/>
                    <a:pt x="297180" y="284480"/>
                    <a:pt x="298450" y="274320"/>
                  </a:cubicBezTo>
                  <a:cubicBezTo>
                    <a:pt x="300990" y="261620"/>
                    <a:pt x="317500" y="242570"/>
                    <a:pt x="330200" y="240030"/>
                  </a:cubicBezTo>
                  <a:cubicBezTo>
                    <a:pt x="340360" y="236220"/>
                    <a:pt x="356870" y="242570"/>
                    <a:pt x="363220" y="250190"/>
                  </a:cubicBezTo>
                  <a:cubicBezTo>
                    <a:pt x="370840" y="257810"/>
                    <a:pt x="377190" y="273050"/>
                    <a:pt x="374650" y="284480"/>
                  </a:cubicBezTo>
                  <a:cubicBezTo>
                    <a:pt x="370840" y="295910"/>
                    <a:pt x="356870" y="309880"/>
                    <a:pt x="340360" y="314960"/>
                  </a:cubicBezTo>
                  <a:cubicBezTo>
                    <a:pt x="314960" y="322580"/>
                    <a:pt x="257810" y="307340"/>
                    <a:pt x="227330" y="297180"/>
                  </a:cubicBezTo>
                  <a:cubicBezTo>
                    <a:pt x="201930" y="289560"/>
                    <a:pt x="182880" y="281940"/>
                    <a:pt x="165100" y="266700"/>
                  </a:cubicBezTo>
                  <a:cubicBezTo>
                    <a:pt x="144780" y="250190"/>
                    <a:pt x="130810" y="217170"/>
                    <a:pt x="114300" y="201930"/>
                  </a:cubicBezTo>
                  <a:cubicBezTo>
                    <a:pt x="101600" y="191770"/>
                    <a:pt x="82550" y="190500"/>
                    <a:pt x="76200" y="181610"/>
                  </a:cubicBezTo>
                  <a:cubicBezTo>
                    <a:pt x="71120" y="173990"/>
                    <a:pt x="71120" y="162560"/>
                    <a:pt x="73660" y="153670"/>
                  </a:cubicBezTo>
                  <a:cubicBezTo>
                    <a:pt x="74930" y="146050"/>
                    <a:pt x="80010" y="137160"/>
                    <a:pt x="88900" y="132080"/>
                  </a:cubicBezTo>
                  <a:cubicBezTo>
                    <a:pt x="102870" y="124460"/>
                    <a:pt x="139700" y="137160"/>
                    <a:pt x="161290" y="132080"/>
                  </a:cubicBezTo>
                  <a:cubicBezTo>
                    <a:pt x="179070" y="128270"/>
                    <a:pt x="193040" y="120650"/>
                    <a:pt x="207010" y="110490"/>
                  </a:cubicBezTo>
                  <a:cubicBezTo>
                    <a:pt x="222250" y="99060"/>
                    <a:pt x="232410" y="71120"/>
                    <a:pt x="245110" y="63500"/>
                  </a:cubicBezTo>
                  <a:cubicBezTo>
                    <a:pt x="254000" y="58420"/>
                    <a:pt x="262890" y="55880"/>
                    <a:pt x="271780" y="57150"/>
                  </a:cubicBezTo>
                  <a:cubicBezTo>
                    <a:pt x="283210" y="60960"/>
                    <a:pt x="300990" y="74930"/>
                    <a:pt x="303530" y="87630"/>
                  </a:cubicBezTo>
                  <a:cubicBezTo>
                    <a:pt x="306070" y="99060"/>
                    <a:pt x="299720" y="114300"/>
                    <a:pt x="287020" y="127000"/>
                  </a:cubicBezTo>
                  <a:cubicBezTo>
                    <a:pt x="261620" y="153670"/>
                    <a:pt x="158750" y="173990"/>
                    <a:pt x="118110" y="199390"/>
                  </a:cubicBezTo>
                  <a:cubicBezTo>
                    <a:pt x="91440" y="215900"/>
                    <a:pt x="78740" y="242570"/>
                    <a:pt x="58420" y="248920"/>
                  </a:cubicBezTo>
                  <a:cubicBezTo>
                    <a:pt x="44450" y="252730"/>
                    <a:pt x="25400" y="251460"/>
                    <a:pt x="15240" y="243840"/>
                  </a:cubicBezTo>
                  <a:cubicBezTo>
                    <a:pt x="7620" y="237490"/>
                    <a:pt x="2540" y="222250"/>
                    <a:pt x="2540" y="210820"/>
                  </a:cubicBezTo>
                  <a:cubicBezTo>
                    <a:pt x="3810" y="200660"/>
                    <a:pt x="15240" y="195580"/>
                    <a:pt x="19050" y="180340"/>
                  </a:cubicBezTo>
                  <a:cubicBezTo>
                    <a:pt x="26670" y="149860"/>
                    <a:pt x="11430" y="57150"/>
                    <a:pt x="20320" y="29210"/>
                  </a:cubicBezTo>
                  <a:cubicBezTo>
                    <a:pt x="24130" y="17780"/>
                    <a:pt x="29210" y="12700"/>
                    <a:pt x="35560" y="7620"/>
                  </a:cubicBezTo>
                  <a:cubicBezTo>
                    <a:pt x="43180" y="2540"/>
                    <a:pt x="53340" y="1270"/>
                    <a:pt x="62230" y="2540"/>
                  </a:cubicBezTo>
                  <a:cubicBezTo>
                    <a:pt x="71120" y="2540"/>
                    <a:pt x="80010" y="8890"/>
                    <a:pt x="86360" y="15240"/>
                  </a:cubicBezTo>
                  <a:cubicBezTo>
                    <a:pt x="91440" y="21590"/>
                    <a:pt x="92710" y="27940"/>
                    <a:pt x="95250" y="40640"/>
                  </a:cubicBezTo>
                  <a:cubicBezTo>
                    <a:pt x="99060" y="77470"/>
                    <a:pt x="86360" y="227330"/>
                    <a:pt x="74930" y="262890"/>
                  </a:cubicBezTo>
                  <a:cubicBezTo>
                    <a:pt x="71120" y="275590"/>
                    <a:pt x="67310" y="280670"/>
                    <a:pt x="60960" y="287020"/>
                  </a:cubicBezTo>
                  <a:cubicBezTo>
                    <a:pt x="54610" y="292100"/>
                    <a:pt x="44450" y="295910"/>
                    <a:pt x="35560" y="294640"/>
                  </a:cubicBezTo>
                  <a:cubicBezTo>
                    <a:pt x="25400" y="293370"/>
                    <a:pt x="10160" y="285750"/>
                    <a:pt x="5080" y="276860"/>
                  </a:cubicBezTo>
                  <a:cubicBezTo>
                    <a:pt x="0" y="270510"/>
                    <a:pt x="0" y="250190"/>
                    <a:pt x="0" y="250190"/>
                  </a:cubicBezTo>
                </a:path>
              </a:pathLst>
            </a:custGeom>
            <a:solidFill>
              <a:srgbClr val="8BC2F4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220787" y="1958017"/>
            <a:ext cx="405589" cy="387104"/>
            <a:chOff x="0" y="0"/>
            <a:chExt cx="473710" cy="4521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48260" y="50800"/>
              <a:ext cx="374650" cy="350520"/>
            </a:xfrm>
            <a:custGeom>
              <a:avLst/>
              <a:gdLst/>
              <a:ahLst/>
              <a:cxnLst/>
              <a:rect r="r" b="b" t="t" l="l"/>
              <a:pathLst>
                <a:path h="350520" w="374650">
                  <a:moveTo>
                    <a:pt x="134620" y="38100"/>
                  </a:moveTo>
                  <a:cubicBezTo>
                    <a:pt x="109220" y="243840"/>
                    <a:pt x="95250" y="285750"/>
                    <a:pt x="81280" y="311150"/>
                  </a:cubicBezTo>
                  <a:cubicBezTo>
                    <a:pt x="72390" y="327660"/>
                    <a:pt x="66040" y="342900"/>
                    <a:pt x="53340" y="346710"/>
                  </a:cubicBezTo>
                  <a:cubicBezTo>
                    <a:pt x="41910" y="350520"/>
                    <a:pt x="20320" y="345440"/>
                    <a:pt x="11430" y="337820"/>
                  </a:cubicBezTo>
                  <a:cubicBezTo>
                    <a:pt x="3810" y="330200"/>
                    <a:pt x="0" y="317500"/>
                    <a:pt x="2540" y="303530"/>
                  </a:cubicBezTo>
                  <a:cubicBezTo>
                    <a:pt x="8890" y="271780"/>
                    <a:pt x="71120" y="199390"/>
                    <a:pt x="102870" y="163830"/>
                  </a:cubicBezTo>
                  <a:cubicBezTo>
                    <a:pt x="124460" y="139700"/>
                    <a:pt x="142240" y="124460"/>
                    <a:pt x="167640" y="106680"/>
                  </a:cubicBezTo>
                  <a:cubicBezTo>
                    <a:pt x="194310" y="88900"/>
                    <a:pt x="233680" y="62230"/>
                    <a:pt x="257810" y="59690"/>
                  </a:cubicBezTo>
                  <a:cubicBezTo>
                    <a:pt x="274320" y="58420"/>
                    <a:pt x="292100" y="64770"/>
                    <a:pt x="299720" y="72390"/>
                  </a:cubicBezTo>
                  <a:cubicBezTo>
                    <a:pt x="306070" y="78740"/>
                    <a:pt x="308610" y="88900"/>
                    <a:pt x="307340" y="97790"/>
                  </a:cubicBezTo>
                  <a:cubicBezTo>
                    <a:pt x="307340" y="106680"/>
                    <a:pt x="304800" y="114300"/>
                    <a:pt x="297180" y="123190"/>
                  </a:cubicBezTo>
                  <a:cubicBezTo>
                    <a:pt x="280670" y="140970"/>
                    <a:pt x="220980" y="176530"/>
                    <a:pt x="191770" y="185420"/>
                  </a:cubicBezTo>
                  <a:cubicBezTo>
                    <a:pt x="175260" y="191770"/>
                    <a:pt x="161290" y="195580"/>
                    <a:pt x="148590" y="191770"/>
                  </a:cubicBezTo>
                  <a:cubicBezTo>
                    <a:pt x="137160" y="189230"/>
                    <a:pt x="125730" y="179070"/>
                    <a:pt x="120650" y="170180"/>
                  </a:cubicBezTo>
                  <a:cubicBezTo>
                    <a:pt x="116840" y="162560"/>
                    <a:pt x="115570" y="152400"/>
                    <a:pt x="118110" y="143510"/>
                  </a:cubicBezTo>
                  <a:cubicBezTo>
                    <a:pt x="121920" y="134620"/>
                    <a:pt x="133350" y="119380"/>
                    <a:pt x="143510" y="118110"/>
                  </a:cubicBezTo>
                  <a:cubicBezTo>
                    <a:pt x="156210" y="115570"/>
                    <a:pt x="181610" y="130810"/>
                    <a:pt x="191770" y="143510"/>
                  </a:cubicBezTo>
                  <a:cubicBezTo>
                    <a:pt x="201930" y="157480"/>
                    <a:pt x="195580" y="181610"/>
                    <a:pt x="204470" y="196850"/>
                  </a:cubicBezTo>
                  <a:cubicBezTo>
                    <a:pt x="212090" y="212090"/>
                    <a:pt x="222250" y="227330"/>
                    <a:pt x="240030" y="233680"/>
                  </a:cubicBezTo>
                  <a:cubicBezTo>
                    <a:pt x="262890" y="241300"/>
                    <a:pt x="320040" y="215900"/>
                    <a:pt x="341630" y="219710"/>
                  </a:cubicBezTo>
                  <a:cubicBezTo>
                    <a:pt x="351790" y="222250"/>
                    <a:pt x="358140" y="223520"/>
                    <a:pt x="363220" y="231140"/>
                  </a:cubicBezTo>
                  <a:cubicBezTo>
                    <a:pt x="369570" y="240030"/>
                    <a:pt x="374650" y="265430"/>
                    <a:pt x="369570" y="276860"/>
                  </a:cubicBezTo>
                  <a:cubicBezTo>
                    <a:pt x="364490" y="285750"/>
                    <a:pt x="349250" y="294640"/>
                    <a:pt x="339090" y="295910"/>
                  </a:cubicBezTo>
                  <a:cubicBezTo>
                    <a:pt x="331470" y="297180"/>
                    <a:pt x="322580" y="294640"/>
                    <a:pt x="316230" y="289560"/>
                  </a:cubicBezTo>
                  <a:cubicBezTo>
                    <a:pt x="307340" y="284480"/>
                    <a:pt x="297180" y="269240"/>
                    <a:pt x="298450" y="259080"/>
                  </a:cubicBezTo>
                  <a:cubicBezTo>
                    <a:pt x="298450" y="246380"/>
                    <a:pt x="313690" y="226060"/>
                    <a:pt x="325120" y="220980"/>
                  </a:cubicBezTo>
                  <a:cubicBezTo>
                    <a:pt x="335280" y="217170"/>
                    <a:pt x="351790" y="220980"/>
                    <a:pt x="359410" y="227330"/>
                  </a:cubicBezTo>
                  <a:cubicBezTo>
                    <a:pt x="368300" y="234950"/>
                    <a:pt x="374650" y="250190"/>
                    <a:pt x="374650" y="260350"/>
                  </a:cubicBezTo>
                  <a:cubicBezTo>
                    <a:pt x="373380" y="270510"/>
                    <a:pt x="367030" y="283210"/>
                    <a:pt x="355600" y="290830"/>
                  </a:cubicBezTo>
                  <a:cubicBezTo>
                    <a:pt x="336550" y="303530"/>
                    <a:pt x="285750" y="309880"/>
                    <a:pt x="257810" y="309880"/>
                  </a:cubicBezTo>
                  <a:cubicBezTo>
                    <a:pt x="234950" y="309880"/>
                    <a:pt x="217170" y="307340"/>
                    <a:pt x="198120" y="297180"/>
                  </a:cubicBezTo>
                  <a:cubicBezTo>
                    <a:pt x="173990" y="281940"/>
                    <a:pt x="143510" y="243840"/>
                    <a:pt x="130810" y="219710"/>
                  </a:cubicBezTo>
                  <a:cubicBezTo>
                    <a:pt x="121920" y="201930"/>
                    <a:pt x="114300" y="173990"/>
                    <a:pt x="119380" y="168910"/>
                  </a:cubicBezTo>
                  <a:cubicBezTo>
                    <a:pt x="125730" y="163830"/>
                    <a:pt x="167640" y="189230"/>
                    <a:pt x="166370" y="190500"/>
                  </a:cubicBezTo>
                  <a:cubicBezTo>
                    <a:pt x="166370" y="191770"/>
                    <a:pt x="133350" y="186690"/>
                    <a:pt x="125730" y="177800"/>
                  </a:cubicBezTo>
                  <a:cubicBezTo>
                    <a:pt x="119380" y="172720"/>
                    <a:pt x="116840" y="161290"/>
                    <a:pt x="116840" y="152400"/>
                  </a:cubicBezTo>
                  <a:cubicBezTo>
                    <a:pt x="116840" y="144780"/>
                    <a:pt x="120650" y="134620"/>
                    <a:pt x="128270" y="128270"/>
                  </a:cubicBezTo>
                  <a:cubicBezTo>
                    <a:pt x="138430" y="118110"/>
                    <a:pt x="167640" y="121920"/>
                    <a:pt x="186690" y="111760"/>
                  </a:cubicBezTo>
                  <a:cubicBezTo>
                    <a:pt x="210820" y="100330"/>
                    <a:pt x="236220" y="63500"/>
                    <a:pt x="257810" y="59690"/>
                  </a:cubicBezTo>
                  <a:cubicBezTo>
                    <a:pt x="273050" y="57150"/>
                    <a:pt x="292100" y="64770"/>
                    <a:pt x="299720" y="72390"/>
                  </a:cubicBezTo>
                  <a:cubicBezTo>
                    <a:pt x="306070" y="78740"/>
                    <a:pt x="308610" y="88900"/>
                    <a:pt x="307340" y="97790"/>
                  </a:cubicBezTo>
                  <a:cubicBezTo>
                    <a:pt x="307340" y="106680"/>
                    <a:pt x="304800" y="113030"/>
                    <a:pt x="297180" y="123190"/>
                  </a:cubicBezTo>
                  <a:cubicBezTo>
                    <a:pt x="278130" y="146050"/>
                    <a:pt x="200660" y="175260"/>
                    <a:pt x="161290" y="212090"/>
                  </a:cubicBezTo>
                  <a:cubicBezTo>
                    <a:pt x="121920" y="248920"/>
                    <a:pt x="86360" y="326390"/>
                    <a:pt x="62230" y="342900"/>
                  </a:cubicBezTo>
                  <a:cubicBezTo>
                    <a:pt x="52070" y="349250"/>
                    <a:pt x="44450" y="350520"/>
                    <a:pt x="35560" y="349250"/>
                  </a:cubicBezTo>
                  <a:cubicBezTo>
                    <a:pt x="27940" y="347980"/>
                    <a:pt x="16510" y="344170"/>
                    <a:pt x="11430" y="337820"/>
                  </a:cubicBezTo>
                  <a:cubicBezTo>
                    <a:pt x="5080" y="328930"/>
                    <a:pt x="1270" y="317500"/>
                    <a:pt x="2540" y="303530"/>
                  </a:cubicBezTo>
                  <a:cubicBezTo>
                    <a:pt x="3810" y="276860"/>
                    <a:pt x="31750" y="236220"/>
                    <a:pt x="41910" y="195580"/>
                  </a:cubicBezTo>
                  <a:cubicBezTo>
                    <a:pt x="54610" y="144780"/>
                    <a:pt x="43180" y="48260"/>
                    <a:pt x="62230" y="20320"/>
                  </a:cubicBezTo>
                  <a:cubicBezTo>
                    <a:pt x="72390" y="6350"/>
                    <a:pt x="90170" y="0"/>
                    <a:pt x="100330" y="0"/>
                  </a:cubicBezTo>
                  <a:cubicBezTo>
                    <a:pt x="109220" y="0"/>
                    <a:pt x="119380" y="6350"/>
                    <a:pt x="124460" y="12700"/>
                  </a:cubicBezTo>
                  <a:cubicBezTo>
                    <a:pt x="130810" y="19050"/>
                    <a:pt x="134620" y="38100"/>
                    <a:pt x="134620" y="38100"/>
                  </a:cubicBezTo>
                </a:path>
              </a:pathLst>
            </a:custGeom>
            <a:solidFill>
              <a:srgbClr val="FFAABA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4748" y="1277531"/>
            <a:ext cx="8138887" cy="8819926"/>
          </a:xfrm>
          <a:custGeom>
            <a:avLst/>
            <a:gdLst/>
            <a:ahLst/>
            <a:cxnLst/>
            <a:rect r="r" b="b" t="t" l="l"/>
            <a:pathLst>
              <a:path h="8819926" w="8138887">
                <a:moveTo>
                  <a:pt x="0" y="0"/>
                </a:moveTo>
                <a:lnTo>
                  <a:pt x="8138887" y="0"/>
                </a:lnTo>
                <a:lnTo>
                  <a:pt x="8138887" y="8819925"/>
                </a:lnTo>
                <a:lnTo>
                  <a:pt x="0" y="8819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28" t="-3340" r="-4183" b="-308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factorización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18932" y="1849755"/>
            <a:ext cx="8155279" cy="74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Si el número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igual a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entonces la única pareja que deberíamos obtener es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}.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Si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diferente de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b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uscamos un factor primo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su exponente será la cantidad de veces que se puede dividir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entre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Después de tener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p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exp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almacenamos la pareja en un vector y buscamos la siguiente hasta que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se quede en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731510" y="885223"/>
            <a:ext cx="8591447" cy="8819926"/>
          </a:xfrm>
          <a:custGeom>
            <a:avLst/>
            <a:gdLst/>
            <a:ahLst/>
            <a:cxnLst/>
            <a:rect r="r" b="b" t="t" l="l"/>
            <a:pathLst>
              <a:path h="8819926" w="8591447">
                <a:moveTo>
                  <a:pt x="0" y="0"/>
                </a:moveTo>
                <a:lnTo>
                  <a:pt x="8591447" y="0"/>
                </a:lnTo>
                <a:lnTo>
                  <a:pt x="8591447" y="8819926"/>
                </a:lnTo>
                <a:lnTo>
                  <a:pt x="0" y="8819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0" t="-4045" r="0" b="-3789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4748" y="1277531"/>
            <a:ext cx="8138887" cy="8819926"/>
          </a:xfrm>
          <a:custGeom>
            <a:avLst/>
            <a:gdLst/>
            <a:ahLst/>
            <a:cxnLst/>
            <a:rect r="r" b="b" t="t" l="l"/>
            <a:pathLst>
              <a:path h="8819926" w="8138887">
                <a:moveTo>
                  <a:pt x="0" y="0"/>
                </a:moveTo>
                <a:lnTo>
                  <a:pt x="8138887" y="0"/>
                </a:lnTo>
                <a:lnTo>
                  <a:pt x="8138887" y="8819925"/>
                </a:lnTo>
                <a:lnTo>
                  <a:pt x="0" y="8819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28" t="-3340" r="-4183" b="-308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factorización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8889" y="1940359"/>
            <a:ext cx="7690411" cy="74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Con la lógica anterior, cuando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 = 60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esperaríamos las siguientes parejas: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}, 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}, 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5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}. 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Pero en su lugar, solo obtenemos el siguiente resultado: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}, 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Esto ocurre porque en la última iteración, tenemos que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N’ = 5 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y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p = 4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Lo cual no cumple la condición del bucle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4 x 4 ≤ 5.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815223" y="5524097"/>
            <a:ext cx="2172979" cy="562394"/>
            <a:chOff x="0" y="0"/>
            <a:chExt cx="816999" cy="211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6999" cy="211450"/>
            </a:xfrm>
            <a:custGeom>
              <a:avLst/>
              <a:gdLst/>
              <a:ahLst/>
              <a:cxnLst/>
              <a:rect r="r" b="b" t="t" l="l"/>
              <a:pathLst>
                <a:path h="211450" w="816999">
                  <a:moveTo>
                    <a:pt x="57005" y="0"/>
                  </a:moveTo>
                  <a:lnTo>
                    <a:pt x="759994" y="0"/>
                  </a:lnTo>
                  <a:cubicBezTo>
                    <a:pt x="791477" y="0"/>
                    <a:pt x="816999" y="25522"/>
                    <a:pt x="816999" y="57005"/>
                  </a:cubicBezTo>
                  <a:lnTo>
                    <a:pt x="816999" y="154445"/>
                  </a:lnTo>
                  <a:cubicBezTo>
                    <a:pt x="816999" y="185928"/>
                    <a:pt x="791477" y="211450"/>
                    <a:pt x="759994" y="211450"/>
                  </a:cubicBezTo>
                  <a:lnTo>
                    <a:pt x="57005" y="211450"/>
                  </a:lnTo>
                  <a:cubicBezTo>
                    <a:pt x="25522" y="211450"/>
                    <a:pt x="0" y="185928"/>
                    <a:pt x="0" y="154445"/>
                  </a:cubicBezTo>
                  <a:lnTo>
                    <a:pt x="0" y="57005"/>
                  </a:lnTo>
                  <a:cubicBezTo>
                    <a:pt x="0" y="25522"/>
                    <a:pt x="25522" y="0"/>
                    <a:pt x="570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719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6999" cy="24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67203" y="1210856"/>
            <a:ext cx="8504821" cy="8707995"/>
          </a:xfrm>
          <a:custGeom>
            <a:avLst/>
            <a:gdLst/>
            <a:ahLst/>
            <a:cxnLst/>
            <a:rect r="r" b="b" t="t" l="l"/>
            <a:pathLst>
              <a:path h="8707995" w="8504821">
                <a:moveTo>
                  <a:pt x="0" y="0"/>
                </a:moveTo>
                <a:lnTo>
                  <a:pt x="8504821" y="0"/>
                </a:lnTo>
                <a:lnTo>
                  <a:pt x="8504821" y="8707995"/>
                </a:lnTo>
                <a:lnTo>
                  <a:pt x="0" y="8707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40" t="-3555" r="-4160" b="-3809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88794" y="387631"/>
            <a:ext cx="7366461" cy="995184"/>
            <a:chOff x="0" y="0"/>
            <a:chExt cx="2769651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69651" cy="374171"/>
            </a:xfrm>
            <a:custGeom>
              <a:avLst/>
              <a:gdLst/>
              <a:ahLst/>
              <a:cxnLst/>
              <a:rect r="r" b="b" t="t" l="l"/>
              <a:pathLst>
                <a:path h="374171" w="2769651">
                  <a:moveTo>
                    <a:pt x="16816" y="0"/>
                  </a:moveTo>
                  <a:lnTo>
                    <a:pt x="2752835" y="0"/>
                  </a:lnTo>
                  <a:cubicBezTo>
                    <a:pt x="2762122" y="0"/>
                    <a:pt x="2769651" y="7529"/>
                    <a:pt x="2769651" y="16816"/>
                  </a:cubicBezTo>
                  <a:lnTo>
                    <a:pt x="2769651" y="357355"/>
                  </a:lnTo>
                  <a:cubicBezTo>
                    <a:pt x="2769651" y="366642"/>
                    <a:pt x="2762122" y="374171"/>
                    <a:pt x="2752835" y="374171"/>
                  </a:cubicBezTo>
                  <a:lnTo>
                    <a:pt x="16816" y="374171"/>
                  </a:lnTo>
                  <a:cubicBezTo>
                    <a:pt x="7529" y="374171"/>
                    <a:pt x="0" y="366642"/>
                    <a:pt x="0" y="357355"/>
                  </a:cubicBezTo>
                  <a:lnTo>
                    <a:pt x="0" y="16816"/>
                  </a:lnTo>
                  <a:cubicBezTo>
                    <a:pt x="0" y="7529"/>
                    <a:pt x="7529" y="0"/>
                    <a:pt x="168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69651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458800" y="378615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factorización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8889" y="1940359"/>
            <a:ext cx="7690411" cy="74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Para evitar que queden factores primos sobrantes, verificamos si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N’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es un valor diferente de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y si lo es, lo agregamos como factor primo: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N’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</a:t>
            </a:r>
          </a:p>
          <a:p>
            <a:pPr algn="l">
              <a:lnSpc>
                <a:spcPts val="5880"/>
              </a:lnSpc>
            </a:pPr>
          </a:p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NOTA: 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Este comportamiento solo ocurre si el exponente del último factor primo es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 ejemplo, para el número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18</a:t>
            </a:r>
            <a:r>
              <a:rPr lang="en-US" sz="4200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no ocurre este problema porque su factor final tiene exponente 2: 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sz="4200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 </a:t>
            </a:r>
            <a:r>
              <a:rPr lang="en-US" sz="4200" u="sng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{</a:t>
            </a:r>
            <a:r>
              <a:rPr lang="en-US" sz="4200" u="sng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sz="4200" u="sng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200" u="sng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sz="4200" u="sng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90239" y="9024728"/>
            <a:ext cx="7129124" cy="562394"/>
            <a:chOff x="0" y="0"/>
            <a:chExt cx="2680417" cy="211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80417" cy="211450"/>
            </a:xfrm>
            <a:custGeom>
              <a:avLst/>
              <a:gdLst/>
              <a:ahLst/>
              <a:cxnLst/>
              <a:rect r="r" b="b" t="t" l="l"/>
              <a:pathLst>
                <a:path h="211450" w="2680417">
                  <a:moveTo>
                    <a:pt x="17375" y="0"/>
                  </a:moveTo>
                  <a:lnTo>
                    <a:pt x="2663041" y="0"/>
                  </a:lnTo>
                  <a:cubicBezTo>
                    <a:pt x="2667650" y="0"/>
                    <a:pt x="2672069" y="1831"/>
                    <a:pt x="2675328" y="5089"/>
                  </a:cubicBezTo>
                  <a:cubicBezTo>
                    <a:pt x="2678586" y="8348"/>
                    <a:pt x="2680417" y="12767"/>
                    <a:pt x="2680417" y="17375"/>
                  </a:cubicBezTo>
                  <a:lnTo>
                    <a:pt x="2680417" y="194074"/>
                  </a:lnTo>
                  <a:cubicBezTo>
                    <a:pt x="2680417" y="198683"/>
                    <a:pt x="2678586" y="203102"/>
                    <a:pt x="2675328" y="206361"/>
                  </a:cubicBezTo>
                  <a:cubicBezTo>
                    <a:pt x="2672069" y="209619"/>
                    <a:pt x="2667650" y="211450"/>
                    <a:pt x="2663041" y="211450"/>
                  </a:cubicBezTo>
                  <a:lnTo>
                    <a:pt x="17375" y="211450"/>
                  </a:lnTo>
                  <a:cubicBezTo>
                    <a:pt x="12767" y="211450"/>
                    <a:pt x="8348" y="209619"/>
                    <a:pt x="5089" y="206361"/>
                  </a:cubicBezTo>
                  <a:cubicBezTo>
                    <a:pt x="1831" y="203102"/>
                    <a:pt x="0" y="198683"/>
                    <a:pt x="0" y="194074"/>
                  </a:cubicBezTo>
                  <a:lnTo>
                    <a:pt x="0" y="17375"/>
                  </a:lnTo>
                  <a:cubicBezTo>
                    <a:pt x="0" y="12767"/>
                    <a:pt x="1831" y="8348"/>
                    <a:pt x="5089" y="5089"/>
                  </a:cubicBezTo>
                  <a:cubicBezTo>
                    <a:pt x="8348" y="1831"/>
                    <a:pt x="12767" y="0"/>
                    <a:pt x="1737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E7191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80417" cy="249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1555" y="1028700"/>
            <a:ext cx="8065220" cy="9258300"/>
          </a:xfrm>
          <a:custGeom>
            <a:avLst/>
            <a:gdLst/>
            <a:ahLst/>
            <a:cxnLst/>
            <a:rect r="r" b="b" t="t" l="l"/>
            <a:pathLst>
              <a:path h="9258300" w="8065220">
                <a:moveTo>
                  <a:pt x="0" y="0"/>
                </a:moveTo>
                <a:lnTo>
                  <a:pt x="8065220" y="0"/>
                </a:lnTo>
                <a:lnTo>
                  <a:pt x="806522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084165" y="387631"/>
            <a:ext cx="9975718" cy="995184"/>
            <a:chOff x="0" y="0"/>
            <a:chExt cx="3750683" cy="3741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50683" cy="374171"/>
            </a:xfrm>
            <a:custGeom>
              <a:avLst/>
              <a:gdLst/>
              <a:ahLst/>
              <a:cxnLst/>
              <a:rect r="r" b="b" t="t" l="l"/>
              <a:pathLst>
                <a:path h="374171" w="3750683">
                  <a:moveTo>
                    <a:pt x="12417" y="0"/>
                  </a:moveTo>
                  <a:lnTo>
                    <a:pt x="3738266" y="0"/>
                  </a:lnTo>
                  <a:cubicBezTo>
                    <a:pt x="3745123" y="0"/>
                    <a:pt x="3750683" y="5559"/>
                    <a:pt x="3750683" y="12417"/>
                  </a:cubicBezTo>
                  <a:lnTo>
                    <a:pt x="3750683" y="361753"/>
                  </a:lnTo>
                  <a:cubicBezTo>
                    <a:pt x="3750683" y="368611"/>
                    <a:pt x="3745123" y="374171"/>
                    <a:pt x="3738266" y="374171"/>
                  </a:cubicBezTo>
                  <a:lnTo>
                    <a:pt x="12417" y="374171"/>
                  </a:lnTo>
                  <a:cubicBezTo>
                    <a:pt x="5559" y="374171"/>
                    <a:pt x="0" y="368611"/>
                    <a:pt x="0" y="361753"/>
                  </a:cubicBezTo>
                  <a:lnTo>
                    <a:pt x="0" y="12417"/>
                  </a:lnTo>
                  <a:cubicBezTo>
                    <a:pt x="0" y="5559"/>
                    <a:pt x="5559" y="0"/>
                    <a:pt x="1241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50683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87870" y="2882388"/>
            <a:ext cx="10900130" cy="4976495"/>
          </a:xfrm>
          <a:custGeom>
            <a:avLst/>
            <a:gdLst/>
            <a:ahLst/>
            <a:cxnLst/>
            <a:rect r="r" b="b" t="t" l="l"/>
            <a:pathLst>
              <a:path h="4976495" w="10900130">
                <a:moveTo>
                  <a:pt x="0" y="0"/>
                </a:moveTo>
                <a:lnTo>
                  <a:pt x="10900130" y="0"/>
                </a:lnTo>
                <a:lnTo>
                  <a:pt x="10900130" y="4976496"/>
                </a:lnTo>
                <a:lnTo>
                  <a:pt x="0" y="49764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78968" y="378615"/>
            <a:ext cx="9786112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FUNCIÓN PARA LA factorización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23822" y="3256534"/>
            <a:ext cx="6445626" cy="6505184"/>
            <a:chOff x="0" y="0"/>
            <a:chExt cx="2088895" cy="21081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8895" cy="2108197"/>
            </a:xfrm>
            <a:custGeom>
              <a:avLst/>
              <a:gdLst/>
              <a:ahLst/>
              <a:cxnLst/>
              <a:rect r="r" b="b" t="t" l="l"/>
              <a:pathLst>
                <a:path h="2108197" w="2088895">
                  <a:moveTo>
                    <a:pt x="19218" y="0"/>
                  </a:moveTo>
                  <a:lnTo>
                    <a:pt x="2069677" y="0"/>
                  </a:lnTo>
                  <a:cubicBezTo>
                    <a:pt x="2080291" y="0"/>
                    <a:pt x="2088895" y="8604"/>
                    <a:pt x="2088895" y="19218"/>
                  </a:cubicBezTo>
                  <a:lnTo>
                    <a:pt x="2088895" y="2088979"/>
                  </a:lnTo>
                  <a:cubicBezTo>
                    <a:pt x="2088895" y="2094076"/>
                    <a:pt x="2086870" y="2098964"/>
                    <a:pt x="2083266" y="2102568"/>
                  </a:cubicBezTo>
                  <a:cubicBezTo>
                    <a:pt x="2079662" y="2106172"/>
                    <a:pt x="2074774" y="2108197"/>
                    <a:pt x="2069677" y="2108197"/>
                  </a:cubicBezTo>
                  <a:lnTo>
                    <a:pt x="19218" y="2108197"/>
                  </a:lnTo>
                  <a:cubicBezTo>
                    <a:pt x="14121" y="2108197"/>
                    <a:pt x="9233" y="2106172"/>
                    <a:pt x="5629" y="2102568"/>
                  </a:cubicBezTo>
                  <a:cubicBezTo>
                    <a:pt x="2025" y="2098964"/>
                    <a:pt x="0" y="2094076"/>
                    <a:pt x="0" y="2088979"/>
                  </a:cubicBezTo>
                  <a:lnTo>
                    <a:pt x="0" y="19218"/>
                  </a:lnTo>
                  <a:cubicBezTo>
                    <a:pt x="0" y="14121"/>
                    <a:pt x="2025" y="9233"/>
                    <a:pt x="5629" y="5629"/>
                  </a:cubicBezTo>
                  <a:cubicBezTo>
                    <a:pt x="9233" y="2025"/>
                    <a:pt x="14121" y="0"/>
                    <a:pt x="192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88895" cy="2146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51503" y="8742483"/>
            <a:ext cx="8863654" cy="1031633"/>
            <a:chOff x="0" y="0"/>
            <a:chExt cx="11818205" cy="1375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08691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22113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6" y="0"/>
                  </a:lnTo>
                  <a:lnTo>
                    <a:pt x="5731296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31295" cy="1375511"/>
            </a:xfrm>
            <a:custGeom>
              <a:avLst/>
              <a:gdLst/>
              <a:ahLst/>
              <a:cxnLst/>
              <a:rect r="r" b="b" t="t" l="l"/>
              <a:pathLst>
                <a:path h="1375511" w="5731295">
                  <a:moveTo>
                    <a:pt x="0" y="0"/>
                  </a:moveTo>
                  <a:lnTo>
                    <a:pt x="5731295" y="0"/>
                  </a:lnTo>
                  <a:lnTo>
                    <a:pt x="5731295" y="1375511"/>
                  </a:lnTo>
                  <a:lnTo>
                    <a:pt x="0" y="1375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76470" y="1751926"/>
            <a:ext cx="16838687" cy="6929594"/>
          </a:xfrm>
          <a:custGeom>
            <a:avLst/>
            <a:gdLst/>
            <a:ahLst/>
            <a:cxnLst/>
            <a:rect r="r" b="b" t="t" l="l"/>
            <a:pathLst>
              <a:path h="6929594" w="16838687">
                <a:moveTo>
                  <a:pt x="0" y="0"/>
                </a:moveTo>
                <a:lnTo>
                  <a:pt x="16838687" y="0"/>
                </a:lnTo>
                <a:lnTo>
                  <a:pt x="16838687" y="6929593"/>
                </a:lnTo>
                <a:lnTo>
                  <a:pt x="0" y="69295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107327" y="8908906"/>
            <a:ext cx="6770489" cy="62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9"/>
              </a:lnSpc>
            </a:pPr>
            <a:r>
              <a:rPr lang="en-US" b="true" sz="3613" u="sng">
                <a:solidFill>
                  <a:srgbClr val="004AAD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  <a:hlinkClick r:id="rId6" tooltip="https://blitzcoding.com/problem-detail/94"/>
              </a:rPr>
              <a:t>https://blitzcoding.com/problem-detail/94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22102" y="2002226"/>
            <a:ext cx="15443796" cy="2876838"/>
            <a:chOff x="0" y="0"/>
            <a:chExt cx="3733413" cy="695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3414" cy="695452"/>
            </a:xfrm>
            <a:custGeom>
              <a:avLst/>
              <a:gdLst/>
              <a:ahLst/>
              <a:cxnLst/>
              <a:rect r="r" b="b" t="t" l="l"/>
              <a:pathLst>
                <a:path h="695452" w="3733414">
                  <a:moveTo>
                    <a:pt x="25566" y="0"/>
                  </a:moveTo>
                  <a:lnTo>
                    <a:pt x="3707847" y="0"/>
                  </a:lnTo>
                  <a:cubicBezTo>
                    <a:pt x="3721967" y="0"/>
                    <a:pt x="3733414" y="11446"/>
                    <a:pt x="3733414" y="25566"/>
                  </a:cubicBezTo>
                  <a:lnTo>
                    <a:pt x="3733414" y="669886"/>
                  </a:lnTo>
                  <a:cubicBezTo>
                    <a:pt x="3733414" y="684006"/>
                    <a:pt x="3721967" y="695452"/>
                    <a:pt x="3707847" y="695452"/>
                  </a:cubicBezTo>
                  <a:lnTo>
                    <a:pt x="25566" y="695452"/>
                  </a:lnTo>
                  <a:cubicBezTo>
                    <a:pt x="11446" y="695452"/>
                    <a:pt x="0" y="684006"/>
                    <a:pt x="0" y="669886"/>
                  </a:cubicBezTo>
                  <a:lnTo>
                    <a:pt x="0" y="25566"/>
                  </a:lnTo>
                  <a:cubicBezTo>
                    <a:pt x="0" y="11446"/>
                    <a:pt x="11446" y="0"/>
                    <a:pt x="25566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733413" cy="733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2102" y="5421794"/>
            <a:ext cx="7649922" cy="4239094"/>
            <a:chOff x="0" y="0"/>
            <a:chExt cx="1849307" cy="1024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9307" cy="1024767"/>
            </a:xfrm>
            <a:custGeom>
              <a:avLst/>
              <a:gdLst/>
              <a:ahLst/>
              <a:cxnLst/>
              <a:rect r="r" b="b" t="t" l="l"/>
              <a:pathLst>
                <a:path h="1024767" w="1849307">
                  <a:moveTo>
                    <a:pt x="51613" y="0"/>
                  </a:moveTo>
                  <a:lnTo>
                    <a:pt x="1797694" y="0"/>
                  </a:lnTo>
                  <a:cubicBezTo>
                    <a:pt x="1826199" y="0"/>
                    <a:pt x="1849307" y="23108"/>
                    <a:pt x="1849307" y="51613"/>
                  </a:cubicBezTo>
                  <a:lnTo>
                    <a:pt x="1849307" y="973153"/>
                  </a:lnTo>
                  <a:cubicBezTo>
                    <a:pt x="1849307" y="986842"/>
                    <a:pt x="1843869" y="999970"/>
                    <a:pt x="1834190" y="1009650"/>
                  </a:cubicBezTo>
                  <a:cubicBezTo>
                    <a:pt x="1824511" y="1019329"/>
                    <a:pt x="1811382" y="1024767"/>
                    <a:pt x="1797694" y="1024767"/>
                  </a:cubicBezTo>
                  <a:lnTo>
                    <a:pt x="51613" y="1024767"/>
                  </a:lnTo>
                  <a:cubicBezTo>
                    <a:pt x="23108" y="1024767"/>
                    <a:pt x="0" y="1001659"/>
                    <a:pt x="0" y="973153"/>
                  </a:cubicBezTo>
                  <a:lnTo>
                    <a:pt x="0" y="51613"/>
                  </a:lnTo>
                  <a:cubicBezTo>
                    <a:pt x="0" y="37925"/>
                    <a:pt x="5438" y="24797"/>
                    <a:pt x="15117" y="15117"/>
                  </a:cubicBezTo>
                  <a:cubicBezTo>
                    <a:pt x="24797" y="5438"/>
                    <a:pt x="37925" y="0"/>
                    <a:pt x="51613" y="0"/>
                  </a:cubicBezTo>
                  <a:close/>
                </a:path>
              </a:pathLst>
            </a:custGeom>
            <a:solidFill>
              <a:srgbClr val="FF3131">
                <a:alpha val="4588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49307" cy="1062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4947" y="2357287"/>
            <a:ext cx="17518106" cy="232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13"/>
              </a:lnSpc>
            </a:pPr>
            <a:r>
              <a:rPr lang="en-US" sz="1634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M.C.D. - M.C.M.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81489" y="6687583"/>
            <a:ext cx="6331149" cy="178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b="true" sz="4599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Máximo Común Divisor (M.C.D.) y Mínimo Común Múltiplo (M.C.M.)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8698305" y="3195437"/>
            <a:ext cx="12136566" cy="7091563"/>
          </a:xfrm>
          <a:custGeom>
            <a:avLst/>
            <a:gdLst/>
            <a:ahLst/>
            <a:cxnLst/>
            <a:rect r="r" b="b" t="t" l="l"/>
            <a:pathLst>
              <a:path h="7091563" w="12136566">
                <a:moveTo>
                  <a:pt x="12136565" y="0"/>
                </a:moveTo>
                <a:lnTo>
                  <a:pt x="0" y="0"/>
                </a:lnTo>
                <a:lnTo>
                  <a:pt x="0" y="7091563"/>
                </a:lnTo>
                <a:lnTo>
                  <a:pt x="12136565" y="7091563"/>
                </a:lnTo>
                <a:lnTo>
                  <a:pt x="12136565" y="0"/>
                </a:lnTo>
                <a:close/>
              </a:path>
            </a:pathLst>
          </a:custGeom>
          <a:blipFill>
            <a:blip r:embed="rId3"/>
            <a:stretch>
              <a:fillRect l="-3606" t="0" r="-3606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8572" y="2277827"/>
            <a:ext cx="16266905" cy="735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El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Máximo Común Divisor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(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Greatest Common Divisor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en inglés) de dos números, es aquel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divisor común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de ambos números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con mayor valor posible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  <a:p>
            <a:pPr algn="l">
              <a:lnSpc>
                <a:spcPts val="6459"/>
              </a:lnSpc>
            </a:pPr>
          </a:p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 ejemplo, veamos todos los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divisores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 30 y 48:</a:t>
            </a:r>
          </a:p>
          <a:p>
            <a:pPr algn="l" marL="1992163" indent="-664054" lvl="2">
              <a:lnSpc>
                <a:spcPts val="6459"/>
              </a:lnSpc>
              <a:buFont typeface="Arial"/>
              <a:buChar char="⚬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30 → {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5,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10, 15, 30 }</a:t>
            </a:r>
          </a:p>
          <a:p>
            <a:pPr algn="l" marL="1992163" indent="-664054" lvl="2">
              <a:lnSpc>
                <a:spcPts val="6459"/>
              </a:lnSpc>
              <a:buFont typeface="Arial"/>
              <a:buChar char="⚬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48 → {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4,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,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8, 12, 16, 24, 48 }</a:t>
            </a:r>
          </a:p>
          <a:p>
            <a:pPr algn="l">
              <a:lnSpc>
                <a:spcPts val="6459"/>
              </a:lnSpc>
            </a:pPr>
          </a:p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 todos sus divisores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comunes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el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mayor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De aquí podemos concluir que el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M.C.D.(30, 48) =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85929" y="555721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m.c.d.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5556" y="529268"/>
            <a:ext cx="7456888" cy="1420679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53397" y="2217844"/>
            <a:ext cx="15037254" cy="735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El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Mínimo Común Múltiplo (Least Common Multiple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en inglés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)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 dos números es aquel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múltiplo común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de ambos con el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menor valor posible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  <a:p>
            <a:pPr algn="l">
              <a:lnSpc>
                <a:spcPts val="6459"/>
              </a:lnSpc>
            </a:pPr>
          </a:p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Por ejemplo, veamos algunos de los múltiplos de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4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y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6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:</a:t>
            </a:r>
          </a:p>
          <a:p>
            <a:pPr algn="l" marL="1992163" indent="-664054" lvl="2">
              <a:lnSpc>
                <a:spcPts val="6459"/>
              </a:lnSpc>
              <a:buFont typeface="Arial"/>
              <a:buChar char="⚬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4 → { 4, 8,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16, 20,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24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28, 32,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36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… }</a:t>
            </a:r>
          </a:p>
          <a:p>
            <a:pPr algn="l" marL="1992163" indent="-664054" lvl="2">
              <a:lnSpc>
                <a:spcPts val="6459"/>
              </a:lnSpc>
              <a:buFont typeface="Arial"/>
              <a:buChar char="⚬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6 → { 6,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18,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24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30,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36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… }</a:t>
            </a:r>
          </a:p>
          <a:p>
            <a:pPr algn="l">
              <a:lnSpc>
                <a:spcPts val="6459"/>
              </a:lnSpc>
            </a:pPr>
          </a:p>
          <a:p>
            <a:pPr algn="l" marL="996082" indent="-498041" lvl="1">
              <a:lnSpc>
                <a:spcPts val="6459"/>
              </a:lnSpc>
              <a:buFont typeface="Arial"/>
              <a:buChar char="•"/>
            </a:pP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De todos sus múltiplos </a:t>
            </a:r>
            <a:r>
              <a:rPr lang="en-US" b="true" sz="4613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comunes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el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menor 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es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De aquí viene que el </a:t>
            </a:r>
            <a:r>
              <a:rPr lang="en-US" b="true" sz="4613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M.C.M.(4, 6) =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</a:t>
            </a:r>
            <a:r>
              <a:rPr lang="en-US" b="true" sz="4613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12</a:t>
            </a:r>
            <a:r>
              <a:rPr lang="en-US" sz="4613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85929" y="555721"/>
            <a:ext cx="10316142" cy="126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4"/>
              </a:lnSpc>
            </a:pPr>
            <a:r>
              <a:rPr lang="en-US" sz="7403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M.C.M.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15556" y="529268"/>
            <a:ext cx="7456888" cy="1420679"/>
            <a:chOff x="0" y="0"/>
            <a:chExt cx="1963954" cy="3741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63954" cy="374171"/>
            </a:xfrm>
            <a:custGeom>
              <a:avLst/>
              <a:gdLst/>
              <a:ahLst/>
              <a:cxnLst/>
              <a:rect r="r" b="b" t="t" l="l"/>
              <a:pathLst>
                <a:path h="374171" w="1963954">
                  <a:moveTo>
                    <a:pt x="16612" y="0"/>
                  </a:moveTo>
                  <a:lnTo>
                    <a:pt x="1947342" y="0"/>
                  </a:lnTo>
                  <a:cubicBezTo>
                    <a:pt x="1951748" y="0"/>
                    <a:pt x="1955973" y="1750"/>
                    <a:pt x="1959089" y="4865"/>
                  </a:cubicBezTo>
                  <a:cubicBezTo>
                    <a:pt x="1962204" y="7981"/>
                    <a:pt x="1963954" y="12206"/>
                    <a:pt x="1963954" y="16612"/>
                  </a:cubicBezTo>
                  <a:lnTo>
                    <a:pt x="1963954" y="357559"/>
                  </a:lnTo>
                  <a:cubicBezTo>
                    <a:pt x="1963954" y="366733"/>
                    <a:pt x="1956517" y="374171"/>
                    <a:pt x="1947342" y="374171"/>
                  </a:cubicBezTo>
                  <a:lnTo>
                    <a:pt x="16612" y="374171"/>
                  </a:lnTo>
                  <a:cubicBezTo>
                    <a:pt x="12206" y="374171"/>
                    <a:pt x="7981" y="372420"/>
                    <a:pt x="4865" y="369305"/>
                  </a:cubicBezTo>
                  <a:cubicBezTo>
                    <a:pt x="1750" y="366190"/>
                    <a:pt x="0" y="361965"/>
                    <a:pt x="0" y="357559"/>
                  </a:cubicBezTo>
                  <a:lnTo>
                    <a:pt x="0" y="16612"/>
                  </a:lnTo>
                  <a:cubicBezTo>
                    <a:pt x="0" y="12206"/>
                    <a:pt x="1750" y="7981"/>
                    <a:pt x="4865" y="4865"/>
                  </a:cubicBezTo>
                  <a:cubicBezTo>
                    <a:pt x="7981" y="1750"/>
                    <a:pt x="12206" y="0"/>
                    <a:pt x="1661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63954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31897" y="705577"/>
            <a:ext cx="7547157" cy="995184"/>
            <a:chOff x="0" y="0"/>
            <a:chExt cx="2837589" cy="3741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37589" cy="374171"/>
            </a:xfrm>
            <a:custGeom>
              <a:avLst/>
              <a:gdLst/>
              <a:ahLst/>
              <a:cxnLst/>
              <a:rect r="r" b="b" t="t" l="l"/>
              <a:pathLst>
                <a:path h="374171" w="2837589">
                  <a:moveTo>
                    <a:pt x="16413" y="0"/>
                  </a:moveTo>
                  <a:lnTo>
                    <a:pt x="2821176" y="0"/>
                  </a:lnTo>
                  <a:cubicBezTo>
                    <a:pt x="2830241" y="0"/>
                    <a:pt x="2837589" y="7348"/>
                    <a:pt x="2837589" y="16413"/>
                  </a:cubicBezTo>
                  <a:lnTo>
                    <a:pt x="2837589" y="357758"/>
                  </a:lnTo>
                  <a:cubicBezTo>
                    <a:pt x="2837589" y="366822"/>
                    <a:pt x="2830241" y="374171"/>
                    <a:pt x="2821176" y="374171"/>
                  </a:cubicBezTo>
                  <a:lnTo>
                    <a:pt x="16413" y="374171"/>
                  </a:lnTo>
                  <a:cubicBezTo>
                    <a:pt x="7348" y="374171"/>
                    <a:pt x="0" y="366822"/>
                    <a:pt x="0" y="357758"/>
                  </a:cubicBezTo>
                  <a:lnTo>
                    <a:pt x="0" y="16413"/>
                  </a:lnTo>
                  <a:cubicBezTo>
                    <a:pt x="0" y="7348"/>
                    <a:pt x="7348" y="0"/>
                    <a:pt x="164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37589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4064" y="1662762"/>
            <a:ext cx="9722823" cy="8304912"/>
          </a:xfrm>
          <a:custGeom>
            <a:avLst/>
            <a:gdLst/>
            <a:ahLst/>
            <a:cxnLst/>
            <a:rect r="r" b="b" t="t" l="l"/>
            <a:pathLst>
              <a:path h="8304912" w="9722823">
                <a:moveTo>
                  <a:pt x="0" y="0"/>
                </a:moveTo>
                <a:lnTo>
                  <a:pt x="9722823" y="0"/>
                </a:lnTo>
                <a:lnTo>
                  <a:pt x="9722823" y="8304912"/>
                </a:lnTo>
                <a:lnTo>
                  <a:pt x="0" y="8304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411799" y="1203169"/>
            <a:ext cx="8796973" cy="9083831"/>
          </a:xfrm>
          <a:custGeom>
            <a:avLst/>
            <a:gdLst/>
            <a:ahLst/>
            <a:cxnLst/>
            <a:rect r="r" b="b" t="t" l="l"/>
            <a:pathLst>
              <a:path h="9083831" w="8796973">
                <a:moveTo>
                  <a:pt x="0" y="0"/>
                </a:moveTo>
                <a:lnTo>
                  <a:pt x="8796973" y="0"/>
                </a:lnTo>
                <a:lnTo>
                  <a:pt x="8796973" y="9083831"/>
                </a:lnTo>
                <a:lnTo>
                  <a:pt x="0" y="9083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1910" y="704639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Greatest common divisor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50982" y="667578"/>
            <a:ext cx="7547157" cy="995184"/>
            <a:chOff x="0" y="0"/>
            <a:chExt cx="2837589" cy="374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37589" cy="374171"/>
            </a:xfrm>
            <a:custGeom>
              <a:avLst/>
              <a:gdLst/>
              <a:ahLst/>
              <a:cxnLst/>
              <a:rect r="r" b="b" t="t" l="l"/>
              <a:pathLst>
                <a:path h="374171" w="2837589">
                  <a:moveTo>
                    <a:pt x="16413" y="0"/>
                  </a:moveTo>
                  <a:lnTo>
                    <a:pt x="2821176" y="0"/>
                  </a:lnTo>
                  <a:cubicBezTo>
                    <a:pt x="2830241" y="0"/>
                    <a:pt x="2837589" y="7348"/>
                    <a:pt x="2837589" y="16413"/>
                  </a:cubicBezTo>
                  <a:lnTo>
                    <a:pt x="2837589" y="357758"/>
                  </a:lnTo>
                  <a:cubicBezTo>
                    <a:pt x="2837589" y="366822"/>
                    <a:pt x="2830241" y="374171"/>
                    <a:pt x="2821176" y="374171"/>
                  </a:cubicBezTo>
                  <a:lnTo>
                    <a:pt x="16413" y="374171"/>
                  </a:lnTo>
                  <a:cubicBezTo>
                    <a:pt x="7348" y="374171"/>
                    <a:pt x="0" y="366822"/>
                    <a:pt x="0" y="357758"/>
                  </a:cubicBezTo>
                  <a:lnTo>
                    <a:pt x="0" y="16413"/>
                  </a:lnTo>
                  <a:cubicBezTo>
                    <a:pt x="0" y="7348"/>
                    <a:pt x="7348" y="0"/>
                    <a:pt x="164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37589" cy="412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90994" y="666640"/>
            <a:ext cx="7226448" cy="8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185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Least COMMON MULTIPLE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-350907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04629" y="2552267"/>
            <a:ext cx="8202937" cy="7734733"/>
          </a:xfrm>
          <a:custGeom>
            <a:avLst/>
            <a:gdLst/>
            <a:ahLst/>
            <a:cxnLst/>
            <a:rect r="r" b="b" t="t" l="l"/>
            <a:pathLst>
              <a:path h="7734733" w="8202937">
                <a:moveTo>
                  <a:pt x="0" y="0"/>
                </a:moveTo>
                <a:lnTo>
                  <a:pt x="8202937" y="0"/>
                </a:lnTo>
                <a:lnTo>
                  <a:pt x="8202937" y="7734733"/>
                </a:lnTo>
                <a:lnTo>
                  <a:pt x="0" y="7734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29975" y="2431111"/>
            <a:ext cx="6979891" cy="7765915"/>
          </a:xfrm>
          <a:custGeom>
            <a:avLst/>
            <a:gdLst/>
            <a:ahLst/>
            <a:cxnLst/>
            <a:rect r="r" b="b" t="t" l="l"/>
            <a:pathLst>
              <a:path h="7765915" w="6979891">
                <a:moveTo>
                  <a:pt x="0" y="0"/>
                </a:moveTo>
                <a:lnTo>
                  <a:pt x="6979890" y="0"/>
                </a:lnTo>
                <a:lnTo>
                  <a:pt x="6979890" y="7765915"/>
                </a:lnTo>
                <a:lnTo>
                  <a:pt x="0" y="7765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84748" y="431935"/>
            <a:ext cx="1673177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Si la página nos obliga a usar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C++ 11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deberemos crear la función del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M.C.D.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nosotros mismos. Lo haremos mediante el </a:t>
            </a:r>
            <a:r>
              <a:rPr lang="en-US" sz="3999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Algoritmo de Euclides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Además, tendremos en cuenta que para cualquier par de números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y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b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, se cumple que </a:t>
            </a:r>
            <a:r>
              <a:rPr lang="en-US" sz="3999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a </a:t>
            </a:r>
            <a:r>
              <a:rPr lang="en-US" sz="3999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sz="3999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b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=</a:t>
            </a:r>
            <a:r>
              <a:rPr lang="en-US" sz="3999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lcm(a, b) </a:t>
            </a:r>
            <a:r>
              <a:rPr lang="en-US" sz="3999" b="true">
                <a:solidFill>
                  <a:srgbClr val="FFAABA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x</a:t>
            </a:r>
            <a:r>
              <a:rPr lang="en-US" sz="3999" b="true">
                <a:solidFill>
                  <a:srgbClr val="8BC2F4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 gcd(a, b)</a:t>
            </a:r>
            <a:r>
              <a:rPr lang="en-US" sz="39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. Por lo que también tenemos el </a:t>
            </a:r>
            <a:r>
              <a:rPr lang="en-US" sz="39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M.C.M.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36423" y="5098513"/>
            <a:ext cx="6310665" cy="2621289"/>
            <a:chOff x="0" y="0"/>
            <a:chExt cx="2045157" cy="849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5157" cy="849506"/>
            </a:xfrm>
            <a:custGeom>
              <a:avLst/>
              <a:gdLst/>
              <a:ahLst/>
              <a:cxnLst/>
              <a:rect r="r" b="b" t="t" l="l"/>
              <a:pathLst>
                <a:path h="849506" w="2045157">
                  <a:moveTo>
                    <a:pt x="19629" y="0"/>
                  </a:moveTo>
                  <a:lnTo>
                    <a:pt x="2025528" y="0"/>
                  </a:lnTo>
                  <a:cubicBezTo>
                    <a:pt x="2030734" y="0"/>
                    <a:pt x="2035727" y="2068"/>
                    <a:pt x="2039408" y="5749"/>
                  </a:cubicBezTo>
                  <a:cubicBezTo>
                    <a:pt x="2043089" y="9430"/>
                    <a:pt x="2045157" y="14423"/>
                    <a:pt x="2045157" y="19629"/>
                  </a:cubicBezTo>
                  <a:lnTo>
                    <a:pt x="2045157" y="829877"/>
                  </a:lnTo>
                  <a:cubicBezTo>
                    <a:pt x="2045157" y="840718"/>
                    <a:pt x="2036369" y="849506"/>
                    <a:pt x="2025528" y="849506"/>
                  </a:cubicBezTo>
                  <a:lnTo>
                    <a:pt x="19629" y="849506"/>
                  </a:lnTo>
                  <a:cubicBezTo>
                    <a:pt x="14423" y="849506"/>
                    <a:pt x="9430" y="847438"/>
                    <a:pt x="5749" y="843757"/>
                  </a:cubicBezTo>
                  <a:cubicBezTo>
                    <a:pt x="2068" y="840076"/>
                    <a:pt x="0" y="835083"/>
                    <a:pt x="0" y="829877"/>
                  </a:cubicBezTo>
                  <a:lnTo>
                    <a:pt x="0" y="19629"/>
                  </a:lnTo>
                  <a:cubicBezTo>
                    <a:pt x="0" y="14423"/>
                    <a:pt x="2068" y="9430"/>
                    <a:pt x="5749" y="5749"/>
                  </a:cubicBezTo>
                  <a:cubicBezTo>
                    <a:pt x="9430" y="2068"/>
                    <a:pt x="14423" y="0"/>
                    <a:pt x="1962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45157" cy="887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11541" y="4696071"/>
            <a:ext cx="5395925" cy="1766532"/>
            <a:chOff x="0" y="0"/>
            <a:chExt cx="1748708" cy="5724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8709" cy="572497"/>
            </a:xfrm>
            <a:custGeom>
              <a:avLst/>
              <a:gdLst/>
              <a:ahLst/>
              <a:cxnLst/>
              <a:rect r="r" b="b" t="t" l="l"/>
              <a:pathLst>
                <a:path h="572497" w="1748709">
                  <a:moveTo>
                    <a:pt x="22956" y="0"/>
                  </a:moveTo>
                  <a:lnTo>
                    <a:pt x="1725752" y="0"/>
                  </a:lnTo>
                  <a:cubicBezTo>
                    <a:pt x="1731841" y="0"/>
                    <a:pt x="1737680" y="2419"/>
                    <a:pt x="1741985" y="6724"/>
                  </a:cubicBezTo>
                  <a:cubicBezTo>
                    <a:pt x="1746290" y="11029"/>
                    <a:pt x="1748709" y="16868"/>
                    <a:pt x="1748709" y="22956"/>
                  </a:cubicBezTo>
                  <a:lnTo>
                    <a:pt x="1748709" y="549540"/>
                  </a:lnTo>
                  <a:cubicBezTo>
                    <a:pt x="1748709" y="562219"/>
                    <a:pt x="1738431" y="572497"/>
                    <a:pt x="1725752" y="572497"/>
                  </a:cubicBezTo>
                  <a:lnTo>
                    <a:pt x="22956" y="572497"/>
                  </a:lnTo>
                  <a:cubicBezTo>
                    <a:pt x="10278" y="572497"/>
                    <a:pt x="0" y="562219"/>
                    <a:pt x="0" y="549540"/>
                  </a:cubicBezTo>
                  <a:lnTo>
                    <a:pt x="0" y="22956"/>
                  </a:lnTo>
                  <a:cubicBezTo>
                    <a:pt x="0" y="10278"/>
                    <a:pt x="10278" y="0"/>
                    <a:pt x="229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48708" cy="610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11541" y="6419634"/>
            <a:ext cx="5395925" cy="1511605"/>
            <a:chOff x="0" y="0"/>
            <a:chExt cx="1748708" cy="489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8709" cy="489880"/>
            </a:xfrm>
            <a:custGeom>
              <a:avLst/>
              <a:gdLst/>
              <a:ahLst/>
              <a:cxnLst/>
              <a:rect r="r" b="b" t="t" l="l"/>
              <a:pathLst>
                <a:path h="489880" w="1748709">
                  <a:moveTo>
                    <a:pt x="22956" y="0"/>
                  </a:moveTo>
                  <a:lnTo>
                    <a:pt x="1725752" y="0"/>
                  </a:lnTo>
                  <a:cubicBezTo>
                    <a:pt x="1731841" y="0"/>
                    <a:pt x="1737680" y="2419"/>
                    <a:pt x="1741985" y="6724"/>
                  </a:cubicBezTo>
                  <a:cubicBezTo>
                    <a:pt x="1746290" y="11029"/>
                    <a:pt x="1748709" y="16868"/>
                    <a:pt x="1748709" y="22956"/>
                  </a:cubicBezTo>
                  <a:lnTo>
                    <a:pt x="1748709" y="466924"/>
                  </a:lnTo>
                  <a:cubicBezTo>
                    <a:pt x="1748709" y="479602"/>
                    <a:pt x="1738431" y="489880"/>
                    <a:pt x="1725752" y="489880"/>
                  </a:cubicBezTo>
                  <a:lnTo>
                    <a:pt x="22956" y="489880"/>
                  </a:lnTo>
                  <a:cubicBezTo>
                    <a:pt x="10278" y="489880"/>
                    <a:pt x="0" y="479602"/>
                    <a:pt x="0" y="466924"/>
                  </a:cubicBezTo>
                  <a:lnTo>
                    <a:pt x="0" y="22956"/>
                  </a:lnTo>
                  <a:cubicBezTo>
                    <a:pt x="0" y="10278"/>
                    <a:pt x="10278" y="0"/>
                    <a:pt x="2295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>
                  <a:alpha val="31765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8708" cy="527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4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4748" y="0"/>
            <a:ext cx="16374552" cy="13780108"/>
            <a:chOff x="0" y="0"/>
            <a:chExt cx="1149350" cy="1149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7199" cy="19807881"/>
            </a:xfrm>
            <a:custGeom>
              <a:avLst/>
              <a:gdLst/>
              <a:ahLst/>
              <a:cxnLst/>
              <a:rect r="r" b="b" t="t" l="l"/>
              <a:pathLst>
                <a:path h="19807881" w="23537199">
                  <a:moveTo>
                    <a:pt x="23537199" y="218872"/>
                  </a:moveTo>
                  <a:lnTo>
                    <a:pt x="23537199" y="0"/>
                  </a:lnTo>
                  <a:lnTo>
                    <a:pt x="130040" y="0"/>
                  </a:lnTo>
                  <a:lnTo>
                    <a:pt x="130040" y="109436"/>
                  </a:lnTo>
                  <a:lnTo>
                    <a:pt x="0" y="109436"/>
                  </a:lnTo>
                  <a:lnTo>
                    <a:pt x="0" y="19807881"/>
                  </a:lnTo>
                  <a:lnTo>
                    <a:pt x="260080" y="19807881"/>
                  </a:lnTo>
                  <a:lnTo>
                    <a:pt x="260080" y="15977626"/>
                  </a:lnTo>
                  <a:lnTo>
                    <a:pt x="4681432" y="15977626"/>
                  </a:lnTo>
                  <a:lnTo>
                    <a:pt x="4681432" y="19807881"/>
                  </a:lnTo>
                  <a:lnTo>
                    <a:pt x="4941512" y="19807881"/>
                  </a:lnTo>
                  <a:lnTo>
                    <a:pt x="4941512" y="15977626"/>
                  </a:lnTo>
                  <a:lnTo>
                    <a:pt x="9362864" y="15977626"/>
                  </a:lnTo>
                  <a:lnTo>
                    <a:pt x="9362864" y="19807881"/>
                  </a:lnTo>
                  <a:lnTo>
                    <a:pt x="9622944" y="19807881"/>
                  </a:lnTo>
                  <a:lnTo>
                    <a:pt x="9622944" y="15977626"/>
                  </a:lnTo>
                  <a:lnTo>
                    <a:pt x="14044296" y="15977626"/>
                  </a:lnTo>
                  <a:lnTo>
                    <a:pt x="14044296" y="19807881"/>
                  </a:lnTo>
                  <a:lnTo>
                    <a:pt x="14304375" y="19807881"/>
                  </a:lnTo>
                  <a:lnTo>
                    <a:pt x="14304375" y="15977626"/>
                  </a:lnTo>
                  <a:lnTo>
                    <a:pt x="18725728" y="15977626"/>
                  </a:lnTo>
                  <a:lnTo>
                    <a:pt x="18725728" y="19807881"/>
                  </a:lnTo>
                  <a:lnTo>
                    <a:pt x="18985807" y="19807881"/>
                  </a:lnTo>
                  <a:lnTo>
                    <a:pt x="18985807" y="15977626"/>
                  </a:lnTo>
                  <a:lnTo>
                    <a:pt x="23537199" y="15977626"/>
                  </a:lnTo>
                  <a:lnTo>
                    <a:pt x="23537199" y="15758756"/>
                  </a:lnTo>
                  <a:lnTo>
                    <a:pt x="18985807" y="15758756"/>
                  </a:lnTo>
                  <a:lnTo>
                    <a:pt x="18985807" y="12037938"/>
                  </a:lnTo>
                  <a:lnTo>
                    <a:pt x="23537199" y="12037938"/>
                  </a:lnTo>
                  <a:lnTo>
                    <a:pt x="23537199" y="11819066"/>
                  </a:lnTo>
                  <a:lnTo>
                    <a:pt x="18985807" y="11819066"/>
                  </a:lnTo>
                  <a:lnTo>
                    <a:pt x="18985807" y="8098249"/>
                  </a:lnTo>
                  <a:lnTo>
                    <a:pt x="23537199" y="8098249"/>
                  </a:lnTo>
                  <a:lnTo>
                    <a:pt x="23537199" y="7879378"/>
                  </a:lnTo>
                  <a:lnTo>
                    <a:pt x="18985807" y="7879378"/>
                  </a:lnTo>
                  <a:lnTo>
                    <a:pt x="18985807" y="4158561"/>
                  </a:lnTo>
                  <a:lnTo>
                    <a:pt x="23537199" y="4158561"/>
                  </a:lnTo>
                  <a:lnTo>
                    <a:pt x="23537199" y="3939689"/>
                  </a:lnTo>
                  <a:lnTo>
                    <a:pt x="18985807" y="3939689"/>
                  </a:lnTo>
                  <a:lnTo>
                    <a:pt x="18985807" y="218872"/>
                  </a:lnTo>
                  <a:lnTo>
                    <a:pt x="23537199" y="218872"/>
                  </a:lnTo>
                  <a:close/>
                  <a:moveTo>
                    <a:pt x="4941512" y="3939689"/>
                  </a:moveTo>
                  <a:lnTo>
                    <a:pt x="4941512" y="218872"/>
                  </a:lnTo>
                  <a:lnTo>
                    <a:pt x="9362864" y="218872"/>
                  </a:lnTo>
                  <a:lnTo>
                    <a:pt x="9362864" y="3939689"/>
                  </a:lnTo>
                  <a:lnTo>
                    <a:pt x="4941512" y="3939689"/>
                  </a:lnTo>
                  <a:close/>
                  <a:moveTo>
                    <a:pt x="9362864" y="4158561"/>
                  </a:moveTo>
                  <a:lnTo>
                    <a:pt x="9362864" y="7879378"/>
                  </a:lnTo>
                  <a:lnTo>
                    <a:pt x="4941512" y="7879378"/>
                  </a:lnTo>
                  <a:lnTo>
                    <a:pt x="4941512" y="4158561"/>
                  </a:lnTo>
                  <a:lnTo>
                    <a:pt x="9362864" y="4158561"/>
                  </a:lnTo>
                  <a:close/>
                  <a:moveTo>
                    <a:pt x="4681432" y="3939689"/>
                  </a:moveTo>
                  <a:lnTo>
                    <a:pt x="260080" y="3939689"/>
                  </a:lnTo>
                  <a:lnTo>
                    <a:pt x="260080" y="218872"/>
                  </a:lnTo>
                  <a:lnTo>
                    <a:pt x="4681432" y="218872"/>
                  </a:lnTo>
                  <a:lnTo>
                    <a:pt x="4681432" y="3939689"/>
                  </a:lnTo>
                  <a:close/>
                  <a:moveTo>
                    <a:pt x="4681432" y="4158561"/>
                  </a:moveTo>
                  <a:lnTo>
                    <a:pt x="4681432" y="7879378"/>
                  </a:lnTo>
                  <a:lnTo>
                    <a:pt x="260080" y="7879378"/>
                  </a:lnTo>
                  <a:lnTo>
                    <a:pt x="260080" y="4158561"/>
                  </a:lnTo>
                  <a:lnTo>
                    <a:pt x="4681432" y="4158561"/>
                  </a:lnTo>
                  <a:close/>
                  <a:moveTo>
                    <a:pt x="4681432" y="8098249"/>
                  </a:moveTo>
                  <a:lnTo>
                    <a:pt x="4681432" y="11819066"/>
                  </a:lnTo>
                  <a:lnTo>
                    <a:pt x="260080" y="11819066"/>
                  </a:lnTo>
                  <a:lnTo>
                    <a:pt x="260080" y="8098249"/>
                  </a:lnTo>
                  <a:lnTo>
                    <a:pt x="4681432" y="8098249"/>
                  </a:lnTo>
                  <a:close/>
                  <a:moveTo>
                    <a:pt x="4941512" y="8098249"/>
                  </a:moveTo>
                  <a:lnTo>
                    <a:pt x="9362864" y="8098249"/>
                  </a:lnTo>
                  <a:lnTo>
                    <a:pt x="9362864" y="11819066"/>
                  </a:lnTo>
                  <a:lnTo>
                    <a:pt x="4941512" y="11819066"/>
                  </a:lnTo>
                  <a:lnTo>
                    <a:pt x="4941512" y="8098249"/>
                  </a:lnTo>
                  <a:close/>
                  <a:moveTo>
                    <a:pt x="9622944" y="8098249"/>
                  </a:moveTo>
                  <a:lnTo>
                    <a:pt x="14044296" y="8098249"/>
                  </a:lnTo>
                  <a:lnTo>
                    <a:pt x="14044296" y="11819066"/>
                  </a:lnTo>
                  <a:lnTo>
                    <a:pt x="9622944" y="11819066"/>
                  </a:lnTo>
                  <a:lnTo>
                    <a:pt x="9622944" y="8098249"/>
                  </a:lnTo>
                  <a:close/>
                  <a:moveTo>
                    <a:pt x="9622944" y="7879378"/>
                  </a:moveTo>
                  <a:lnTo>
                    <a:pt x="9622944" y="4158561"/>
                  </a:lnTo>
                  <a:lnTo>
                    <a:pt x="14044296" y="4158561"/>
                  </a:lnTo>
                  <a:lnTo>
                    <a:pt x="14044296" y="7879378"/>
                  </a:lnTo>
                  <a:lnTo>
                    <a:pt x="9622944" y="7879378"/>
                  </a:lnTo>
                  <a:close/>
                  <a:moveTo>
                    <a:pt x="9622944" y="3939689"/>
                  </a:moveTo>
                  <a:lnTo>
                    <a:pt x="9622944" y="218872"/>
                  </a:lnTo>
                  <a:lnTo>
                    <a:pt x="14044296" y="218872"/>
                  </a:lnTo>
                  <a:lnTo>
                    <a:pt x="14044296" y="3939689"/>
                  </a:lnTo>
                  <a:lnTo>
                    <a:pt x="9622944" y="3939689"/>
                  </a:lnTo>
                  <a:close/>
                  <a:moveTo>
                    <a:pt x="260080" y="15758756"/>
                  </a:moveTo>
                  <a:lnTo>
                    <a:pt x="260080" y="12037938"/>
                  </a:lnTo>
                  <a:lnTo>
                    <a:pt x="4681432" y="12037938"/>
                  </a:lnTo>
                  <a:lnTo>
                    <a:pt x="4681432" y="15758756"/>
                  </a:lnTo>
                  <a:lnTo>
                    <a:pt x="260080" y="15758756"/>
                  </a:lnTo>
                  <a:close/>
                  <a:moveTo>
                    <a:pt x="4941512" y="15758756"/>
                  </a:moveTo>
                  <a:lnTo>
                    <a:pt x="4941512" y="12037938"/>
                  </a:lnTo>
                  <a:lnTo>
                    <a:pt x="9362864" y="12037938"/>
                  </a:lnTo>
                  <a:lnTo>
                    <a:pt x="9362864" y="15758756"/>
                  </a:lnTo>
                  <a:lnTo>
                    <a:pt x="4941512" y="15758756"/>
                  </a:lnTo>
                  <a:close/>
                  <a:moveTo>
                    <a:pt x="9622944" y="15758756"/>
                  </a:moveTo>
                  <a:lnTo>
                    <a:pt x="9622944" y="12037938"/>
                  </a:lnTo>
                  <a:lnTo>
                    <a:pt x="14044296" y="12037938"/>
                  </a:lnTo>
                  <a:lnTo>
                    <a:pt x="14044296" y="15758756"/>
                  </a:lnTo>
                  <a:lnTo>
                    <a:pt x="9622944" y="15758756"/>
                  </a:lnTo>
                  <a:close/>
                  <a:moveTo>
                    <a:pt x="18725728" y="15758756"/>
                  </a:moveTo>
                  <a:lnTo>
                    <a:pt x="14304375" y="15758756"/>
                  </a:lnTo>
                  <a:lnTo>
                    <a:pt x="14304375" y="12037938"/>
                  </a:lnTo>
                  <a:lnTo>
                    <a:pt x="18725728" y="12037938"/>
                  </a:lnTo>
                  <a:lnTo>
                    <a:pt x="18725728" y="15758756"/>
                  </a:lnTo>
                  <a:close/>
                  <a:moveTo>
                    <a:pt x="18725728" y="11819066"/>
                  </a:moveTo>
                  <a:lnTo>
                    <a:pt x="14304375" y="11819066"/>
                  </a:lnTo>
                  <a:lnTo>
                    <a:pt x="14304375" y="8098249"/>
                  </a:lnTo>
                  <a:lnTo>
                    <a:pt x="18725728" y="8098249"/>
                  </a:lnTo>
                  <a:lnTo>
                    <a:pt x="18725728" y="11819066"/>
                  </a:lnTo>
                  <a:close/>
                  <a:moveTo>
                    <a:pt x="18725728" y="7879378"/>
                  </a:moveTo>
                  <a:lnTo>
                    <a:pt x="14304375" y="7879378"/>
                  </a:lnTo>
                  <a:lnTo>
                    <a:pt x="14304375" y="4158561"/>
                  </a:lnTo>
                  <a:lnTo>
                    <a:pt x="18725728" y="4158561"/>
                  </a:lnTo>
                  <a:lnTo>
                    <a:pt x="18725728" y="7879378"/>
                  </a:lnTo>
                  <a:close/>
                  <a:moveTo>
                    <a:pt x="18725728" y="3939689"/>
                  </a:moveTo>
                  <a:lnTo>
                    <a:pt x="14304375" y="3939689"/>
                  </a:lnTo>
                  <a:lnTo>
                    <a:pt x="14304375" y="218872"/>
                  </a:lnTo>
                  <a:lnTo>
                    <a:pt x="18725728" y="218872"/>
                  </a:lnTo>
                  <a:lnTo>
                    <a:pt x="18725728" y="3939689"/>
                  </a:lnTo>
                  <a:close/>
                </a:path>
              </a:pathLst>
            </a:custGeom>
            <a:solidFill>
              <a:srgbClr val="FFAABA">
                <a:alpha val="980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05390" y="224897"/>
            <a:ext cx="2882283" cy="1320651"/>
            <a:chOff x="0" y="0"/>
            <a:chExt cx="3843044" cy="17608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002315" y="0"/>
              <a:ext cx="1840729" cy="1760868"/>
            </a:xfrm>
            <a:custGeom>
              <a:avLst/>
              <a:gdLst/>
              <a:ahLst/>
              <a:cxnLst/>
              <a:rect r="r" b="b" t="t" l="l"/>
              <a:pathLst>
                <a:path h="1760868" w="1840729">
                  <a:moveTo>
                    <a:pt x="0" y="0"/>
                  </a:moveTo>
                  <a:lnTo>
                    <a:pt x="1840729" y="0"/>
                  </a:lnTo>
                  <a:lnTo>
                    <a:pt x="1840729" y="1760868"/>
                  </a:lnTo>
                  <a:lnTo>
                    <a:pt x="0" y="1760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453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41965"/>
              <a:ext cx="2065443" cy="1387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CPC</a:t>
              </a:r>
            </a:p>
            <a:p>
              <a:pPr algn="r">
                <a:lnSpc>
                  <a:spcPts val="3952"/>
                </a:lnSpc>
              </a:pPr>
              <a:r>
                <a:rPr lang="en-US" sz="3952" b="true">
                  <a:solidFill>
                    <a:srgbClr val="FFFFFF"/>
                  </a:solidFill>
                  <a:latin typeface="A Day Without Sun Text Bold"/>
                  <a:ea typeface="A Day Without Sun Text Bold"/>
                  <a:cs typeface="A Day Without Sun Text Bold"/>
                  <a:sym typeface="A Day Without Sun Text Bold"/>
                </a:rPr>
                <a:t>UNJFSC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535582" y="1217983"/>
            <a:ext cx="10431940" cy="9313291"/>
          </a:xfrm>
          <a:custGeom>
            <a:avLst/>
            <a:gdLst/>
            <a:ahLst/>
            <a:cxnLst/>
            <a:rect r="r" b="b" t="t" l="l"/>
            <a:pathLst>
              <a:path h="9313291" w="10431940">
                <a:moveTo>
                  <a:pt x="0" y="0"/>
                </a:moveTo>
                <a:lnTo>
                  <a:pt x="10431940" y="0"/>
                </a:lnTo>
                <a:lnTo>
                  <a:pt x="10431940" y="9313291"/>
                </a:lnTo>
                <a:lnTo>
                  <a:pt x="0" y="93132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837" t="0" r="-33567" b="-524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0914" y="2922182"/>
            <a:ext cx="9899063" cy="423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418"/>
              </a:lnSpc>
            </a:pPr>
            <a:r>
              <a:rPr lang="en-US" sz="1506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gracias por </a:t>
            </a:r>
          </a:p>
          <a:p>
            <a:pPr algn="ctr">
              <a:lnSpc>
                <a:spcPts val="16418"/>
              </a:lnSpc>
            </a:pPr>
            <a:r>
              <a:rPr lang="en-US" sz="15062">
                <a:solidFill>
                  <a:srgbClr val="FFFFFF"/>
                </a:solidFill>
                <a:latin typeface="Sensa Wild Fill"/>
                <a:ea typeface="Sensa Wild Fill"/>
                <a:cs typeface="Sensa Wild Fill"/>
                <a:sym typeface="Sensa Wild Fill"/>
              </a:rPr>
              <a:t>su atención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0914" y="8807132"/>
            <a:ext cx="3926482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b="true">
                <a:solidFill>
                  <a:srgbClr val="FFFFFF"/>
                </a:solidFill>
                <a:latin typeface="A Day Without Sun Text Bold"/>
                <a:ea typeface="A Day Without Sun Text Bold"/>
                <a:cs typeface="A Day Without Sun Text Bold"/>
                <a:sym typeface="A Day Without Sun Text Bold"/>
              </a:rPr>
              <a:t>by:</a:t>
            </a:r>
            <a:r>
              <a:rPr lang="en-US" sz="4599">
                <a:solidFill>
                  <a:srgbClr val="FFFFFF"/>
                </a:solidFill>
                <a:latin typeface="A Day Without Sun Text"/>
                <a:ea typeface="A Day Without Sun Text"/>
                <a:cs typeface="A Day Without Sun Text"/>
                <a:sym typeface="A Day Without Sun Text"/>
              </a:rPr>
              <a:t> Zahir La Rosa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DAGhAZt_JSI</dc:identifier>
  <dcterms:modified xsi:type="dcterms:W3CDTF">2011-08-01T06:04:30Z</dcterms:modified>
  <cp:revision>1</cp:revision>
  <dc:title>Teoría de Números - CPC UNJFSC</dc:title>
</cp:coreProperties>
</file>